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1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RC-3 tumour RNA-seq: batch-aware expression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QV.11.073 | Rimucavel Therapeutics | 03 Apr 2012
Dr T. Zawiernicki | Quenverell Computational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Biological question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Does RC-3 expression separate tumour subtypes after accounting for handling?</a:t>
            </a:r>
          </a:p>
          <a:p>
            <a:pPr/>
            <a:r>
              <a:rPr sz="2000">
                <a:latin typeface="Times New Roman"/>
              </a:rPr>
              <a:t>Correction removed a handling-associated cluster.</a:t>
            </a:r>
          </a:p>
          <a:p>
            <a:pPr/>
            <a:r>
              <a:rPr sz="2000">
                <a:latin typeface="Times New Roman"/>
              </a:rPr>
              <a:t>A reproducible tumour-subtype signature remains suitable for follow-up.</a:t>
            </a:r>
          </a:p>
          <a:p>
            <a:pPr/>
            <a:r>
              <a:rPr sz="2000">
                <a:latin typeface="Times New Roman"/>
              </a:rPr>
              <a:t>Expression association does not establish a causal tumour mechanism.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Interpretation at the model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Handling-associated separation: set aside as a biological subtype claim.</a:t>
            </a:r>
          </a:p>
          <a:p>
            <a:pPr/>
            <a:r>
              <a:rPr sz="2000">
                <a:latin typeface="Times New Roman"/>
              </a:rPr>
              <a:t>Tumour-subtype signature: retain for independent follow-up.</a:t>
            </a:r>
          </a:p>
          <a:p>
            <a:pPr/>
            <a:r>
              <a:rPr sz="2000">
                <a:latin typeface="Times New Roman"/>
              </a:rPr>
              <a:t>Model uncertainty: keep the design limitations with the recommendation.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Engagement provenance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Rimucavel Therapeutics supplied the RC-3 tumour RNA-seq data drop and sample annotations.</a:t>
            </a:r>
          </a:p>
          <a:p>
            <a:pPr/>
            <a:r>
              <a:rPr sz="2000">
                <a:latin typeface="Times New Roman"/>
              </a:rPr>
              <a:t>Engagement QV.11.073; accession QDATA2011-0467.</a:t>
            </a:r>
          </a:p>
          <a:p>
            <a:pPr/>
            <a:r>
              <a:rPr sz="2000">
                <a:latin typeface="Times New Roman"/>
              </a:rPr>
              <a:t>Analysis opened 25 Jan 2012; interim interpretation dated 28 Feb 2012.</a:t>
            </a:r>
          </a:p>
          <a:p>
            <a:pPr/>
            <a:r>
              <a:rPr sz="2000">
                <a:latin typeface="Times New Roman"/>
              </a:rPr>
              <a:t>Final readout: 03 Apr 2012.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Inputs and annotation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Link expression evidence to handling and tumour-subtype annotations through sample identifiers.</a:t>
            </a:r>
          </a:p>
          <a:p>
            <a:pPr/>
            <a:r>
              <a:rPr sz="2000">
                <a:latin typeface="Times New Roman"/>
              </a:rPr>
              <a:t>Keep supplied labels distinct from labels inferred by the model.</a:t>
            </a:r>
          </a:p>
          <a:p>
            <a:pPr/>
            <a:r>
              <a:rPr sz="2000">
                <a:latin typeface="Times New Roman"/>
              </a:rPr>
              <a:t>Use the same accepted inputs when comparing adjusted and unadjusted interpretations.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Data acceptance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Reconcile expression identifiers with the annotation table.</a:t>
            </a:r>
          </a:p>
          <a:p>
            <a:pPr/>
            <a:r>
              <a:rPr sz="2000">
                <a:latin typeface="Times New Roman"/>
              </a:rPr>
              <a:t>Inspect read assignment, library composition and expression distributions before contrasts.</a:t>
            </a:r>
          </a:p>
          <a:p>
            <a:pPr/>
            <a:r>
              <a:rPr sz="2000">
                <a:latin typeface="Times New Roman"/>
              </a:rPr>
              <a:t>Retain exclusions and reasons in the analysis notebook.</a:t>
            </a:r>
          </a:p>
          <a:p>
            <a:pPr/>
            <a:r>
              <a:rPr sz="2000">
                <a:latin typeface="Times New Roman"/>
              </a:rPr>
              <a:t>Correction cannot compensate for unacceptable input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Analysis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Dr E. Ostlund: expression analysis and model comparisons.</a:t>
            </a:r>
          </a:p>
          <a:p>
            <a:pPr/>
            <a:r>
              <a:rPr sz="2000">
                <a:latin typeface="Times New Roman"/>
              </a:rPr>
              <a:t>Nadia Rahmani: input provenance and annotation reconciliation.</a:t>
            </a:r>
          </a:p>
          <a:p>
            <a:pPr/>
            <a:r>
              <a:rPr sz="2000">
                <a:latin typeface="Times New Roman"/>
              </a:rPr>
              <a:t>Dr T. Zawiernicki: biological interpretation and final recommendation.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Reproducible analysis route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Client data drop → identifier reconciliation → data acceptance.</a:t>
            </a:r>
          </a:p>
          <a:p>
            <a:pPr/>
            <a:r>
              <a:rPr sz="2000">
                <a:latin typeface="Times New Roman"/>
              </a:rPr>
              <a:t>Unadjusted expression model → handling-aware model → subtype assessment.</a:t>
            </a:r>
          </a:p>
          <a:p>
            <a:pPr/>
            <a:r>
              <a:rPr sz="2000">
                <a:latin typeface="Times New Roman"/>
              </a:rPr>
              <a:t>Retain input mapping, contrast definitions and analysis settings together.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Unadjusted expression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The original expression structure included a handling-associated cluster.</a:t>
            </a:r>
          </a:p>
          <a:p>
            <a:pPr/>
            <a:r>
              <a:rPr sz="2000">
                <a:latin typeface="Times New Roman"/>
              </a:rPr>
              <a:t>Inspect handling annotations alongside subtype labels before interpreting separation.</a:t>
            </a:r>
          </a:p>
          <a:p>
            <a:pPr/>
            <a:r>
              <a:rPr sz="2000">
                <a:latin typeface="Times New Roman"/>
              </a:rPr>
              <a:t>A distinct cluster alone is insufficient evidence for a tumour subtype.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Handling-aware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Represent documented handling differences explicitly.</a:t>
            </a:r>
          </a:p>
          <a:p>
            <a:pPr/>
            <a:r>
              <a:rPr sz="2000">
                <a:latin typeface="Times New Roman"/>
              </a:rPr>
              <a:t>Estimate subtype contrasts conditional on handling terms.</a:t>
            </a:r>
          </a:p>
          <a:p>
            <a:pPr/>
            <a:r>
              <a:rPr sz="2000">
                <a:latin typeface="Times New Roman"/>
              </a:rPr>
              <a:t>Preserve contrast definitions between model specifications.</a:t>
            </a:r>
          </a:p>
          <a:p>
            <a:pPr/>
            <a:r>
              <a:rPr sz="2000">
                <a:latin typeface="Times New Roman"/>
              </a:rPr>
              <a:t>Describe limitations where handling and subtype overlap.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Effect of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Correction removed the handling-associated cluster.</a:t>
            </a:r>
          </a:p>
          <a:p>
            <a:pPr/>
            <a:r>
              <a:rPr sz="2000">
                <a:latin typeface="Times New Roman"/>
              </a:rPr>
              <a:t>This does not establish absence of all technical variation.</a:t>
            </a:r>
          </a:p>
          <a:p>
            <a:pPr/>
            <a:r>
              <a:rPr sz="2000">
                <a:latin typeface="Times New Roman"/>
              </a:rPr>
              <a:t>The handling-aware interpretation supersedes the original biological reading of that cluster.</a:t>
            </a:r>
          </a:p>
          <a:p>
            <a:pPr/>
            <a:r>
              <a:rPr sz="2000">
                <a:latin typeface="Times New Roman"/>
              </a:rPr>
              <a:t>Retain the unadjusted analysis as provenance.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Subtype signal after adjustment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 reproducible tumour-subtype signature remains.</a:t>
            </a:r>
          </a:p>
          <a:p>
            <a:pPr/>
            <a:r>
              <a:rPr sz="2000">
                <a:latin typeface="Times New Roman"/>
              </a:rPr>
              <a:t>Carry the signature forward as an expression association.</a:t>
            </a:r>
          </a:p>
          <a:p>
            <a:pPr/>
            <a:r>
              <a:rPr sz="2000">
                <a:latin typeface="Times New Roman"/>
              </a:rPr>
              <a:t>The originating cell population cannot be inferred from this outcome alone.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Differential-expression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Use log2 fold change with adjusted probabilities in numerical outputs.</a:t>
            </a:r>
          </a:p>
          <a:p>
            <a:pPr/>
            <a:r>
              <a:rPr sz="2000">
                <a:latin typeface="Times New Roman"/>
              </a:rPr>
              <a:t>Keep effect direction, annotation version and contrast definition together.</a:t>
            </a:r>
          </a:p>
          <a:p>
            <a:pPr/>
            <a:r>
              <a:rPr sz="2000">
                <a:latin typeface="Times New Roman"/>
              </a:rPr>
              <a:t>No numerical expression table is supplied with this qualitative readout.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Sensitivity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Does interpretation depend on the handling specification?</a:t>
            </a:r>
          </a:p>
          <a:p>
            <a:pPr/>
            <a:r>
              <a:rPr sz="2000">
                <a:latin typeface="Times New Roman"/>
              </a:rPr>
              <a:t>Can correlated handling and subtype terms be separated by the supplied design?</a:t>
            </a:r>
          </a:p>
          <a:p>
            <a:pPr/>
            <a:r>
              <a:rPr sz="2000">
                <a:latin typeface="Times New Roman"/>
              </a:rPr>
              <a:t>Do influential profiles change the biological reading?</a:t>
            </a:r>
          </a:p>
          <a:p>
            <a:pPr/>
            <a:r>
              <a:rPr sz="2000">
                <a:latin typeface="Times New Roman"/>
              </a:rPr>
              <a:t>Retain the sensitivity assessment with the analysis notebook.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Remaining model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Residual handling effects may remain.</a:t>
            </a:r>
          </a:p>
          <a:p>
            <a:pPr/>
            <a:r>
              <a:rPr sz="2000">
                <a:latin typeface="Times New Roman"/>
              </a:rPr>
              <a:t>Tissue composition can contribute to subtype-associated expression.</a:t>
            </a:r>
          </a:p>
          <a:p>
            <a:pPr/>
            <a:r>
              <a:rPr sz="2000">
                <a:latin typeface="Times New Roman"/>
              </a:rPr>
              <a:t>Reproducibility within the engagement does not establish prospective prediction.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Independent follow-up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Use independent tumour material with separately established subtype labels.</a:t>
            </a:r>
          </a:p>
          <a:p>
            <a:pPr/>
            <a:r>
              <a:rPr sz="2000">
                <a:latin typeface="Times New Roman"/>
              </a:rPr>
              <a:t>Balance handling across subtype where feasible.</a:t>
            </a:r>
          </a:p>
          <a:p>
            <a:pPr/>
            <a:r>
              <a:rPr sz="2000">
                <a:latin typeface="Times New Roman"/>
              </a:rPr>
              <a:t>Freeze the candidate signature before evaluating the next data drop.</a:t>
            </a:r>
          </a:p>
          <a:p>
            <a:pPr/>
            <a:r>
              <a:rPr sz="2000">
                <a:latin typeface="Times New Roman"/>
              </a:rPr>
              <a:t>Review discordant profiles against provenance before changing labels.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Reproducibility handover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Retain accepted input identifiers under QDATA2011-0467.</a:t>
            </a:r>
          </a:p>
          <a:p>
            <a:pPr/>
            <a:r>
              <a:rPr sz="2000">
                <a:latin typeface="Times New Roman"/>
              </a:rPr>
              <a:t>Keep model definitions, exclusions and annotation mapping with the analysis notebook.</a:t>
            </a:r>
          </a:p>
          <a:p>
            <a:pPr/>
            <a:r>
              <a:rPr sz="2000">
                <a:latin typeface="Times New Roman"/>
              </a:rPr>
              <a:t>Preserve both unadjusted and handling-aware interpretations with dates.</a:t>
            </a:r>
          </a:p>
          <a:p>
            <a:pPr/>
            <a:r>
              <a:rPr sz="2000">
                <a:latin typeface="Times New Roman"/>
              </a:rPr>
              <a:t>Nadia Rahmani is the provenance contact.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Final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Close QV.11.073 using the handling-aware interpretation.</a:t>
            </a:r>
          </a:p>
          <a:p>
            <a:pPr/>
            <a:r>
              <a:rPr sz="2000">
                <a:latin typeface="Times New Roman"/>
              </a:rPr>
              <a:t>Do not progress the handling-associated cluster as a biological subtype.</a:t>
            </a:r>
          </a:p>
          <a:p>
            <a:pPr/>
            <a:r>
              <a:rPr sz="2000">
                <a:latin typeface="Times New Roman"/>
              </a:rPr>
              <a:t>Take the reproducible tumour-subtype signature into independent follow-up.</a:t>
            </a:r>
          </a:p>
          <a:p>
            <a:pPr/>
            <a:r>
              <a:rPr sz="2000">
                <a:latin typeface="Times New Roman"/>
              </a:rPr>
              <a:t>Dr T. Zawiernicki | 03 Apr 2012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Quenverell Computational Ltd</Company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QV.11.073 RC-3 batch-aware expression readout</dc:title>
  <dc:subject>RNA-seq differential expression; final model gate</dc:subject>
  <dc:creator>Tomasz Zawiernicki</dc:creator>
  <cp:keywords>RC-3; handling; subtype; reproducibility</cp:keywords>
  <dc:description>generated using python-pptx</dc:description>
  <cp:lastModifiedBy>Tomasz Zawiernicki</cp:lastModifiedBy>
  <cp:revision>5</cp:revision>
  <dcterms:created xsi:type="dcterms:W3CDTF">2012-04-03T10:23:00Z</dcterms:created>
  <dcterms:modified xsi:type="dcterms:W3CDTF">2012-04-03T16:41:00Z</dcterms:modified>
  <cp:category/>
</cp:coreProperties>
</file>