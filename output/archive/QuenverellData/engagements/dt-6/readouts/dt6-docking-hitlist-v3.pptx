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DT-6 virtual library: docking and hit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QV.13.055 | Drelvessa Therapeutics SAS | 06 Nov 2013
Dr E. Ostlund | Quenverell Computational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Procurement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Which candidates retain a credible rank when protonation assumptions change?</a:t>
            </a:r>
          </a:p>
          <a:p>
            <a:pPr/>
            <a:r>
              <a:rPr sz="2000">
                <a:latin typeface="Times New Roman"/>
              </a:rPr>
              <a:t>The protonation-state review changed the hit ranking.</a:t>
            </a:r>
          </a:p>
          <a:p>
            <a:pPr/>
            <a:r>
              <a:rPr sz="2000">
                <a:latin typeface="Times New Roman"/>
              </a:rPr>
              <a:t>Drelvessa Therapeutics SAS ordered the consensus-ranked compounds.</a:t>
            </a:r>
          </a:p>
          <a:p>
            <a:pPr/>
            <a:r>
              <a:rPr sz="2000">
                <a:latin typeface="Times New Roman"/>
              </a:rPr>
              <a:t>Docking prioritises experiments; it does not demonstrate activity.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DT-6 virtual-library inputs are retained under QDATA2013-0351.</a:t>
            </a:r>
          </a:p>
          <a:p>
            <a:pPr/>
            <a:r>
              <a:rPr sz="2000">
                <a:latin typeface="Times New Roman"/>
              </a:rPr>
              <a:t>Engagement started 30 Sep 2013; interim readout 18 Oct 2013.</a:t>
            </a:r>
          </a:p>
          <a:p>
            <a:pPr/>
            <a:r>
              <a:rPr sz="2000">
                <a:latin typeface="Times New Roman"/>
              </a:rPr>
              <a:t>The final interpretation includes the protonation-state review completed for 06 Nov 2013.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Virtual library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Reconcile parent identifiers before generating conformers.</a:t>
            </a:r>
          </a:p>
          <a:p>
            <a:pPr/>
            <a:r>
              <a:rPr sz="2000">
                <a:latin typeface="Times New Roman"/>
              </a:rPr>
              <a:t>Keep parent identity distinct from protonation and conformer variants.</a:t>
            </a:r>
          </a:p>
          <a:p>
            <a:pPr/>
            <a:r>
              <a:rPr sz="2000">
                <a:latin typeface="Times New Roman"/>
              </a:rPr>
              <a:t>Retain excluded entries and their disposition in the analysis notebook.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Check connectivity, stereochemical specification and duplicate parent entries.</a:t>
            </a:r>
          </a:p>
          <a:p>
            <a:pPr/>
            <a:r>
              <a:rPr sz="2000">
                <a:latin typeface="Times New Roman"/>
              </a:rPr>
              <a:t>Flag ambiguous ionisation assignments for explicit review.</a:t>
            </a:r>
          </a:p>
          <a:p>
            <a:pPr/>
            <a:r>
              <a:rPr sz="2000">
                <a:latin typeface="Times New Roman"/>
              </a:rPr>
              <a:t>Do not treat an unprepared entry as a poor docking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Conformer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Enumerate plausible conformers consistently across the candidate set.</a:t>
            </a:r>
          </a:p>
          <a:p>
            <a:pPr/>
            <a:r>
              <a:rPr sz="2000">
                <a:latin typeface="Times New Roman"/>
              </a:rPr>
              <a:t>Retain the preparation settings alongside the resulting variants.</a:t>
            </a:r>
          </a:p>
          <a:p>
            <a:pPr/>
            <a:r>
              <a:rPr sz="2000">
                <a:latin typeface="Times New Roman"/>
              </a:rPr>
              <a:t>Prevent a parent with many variants from gaining rank solely through more scoring opportunities.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Initial docking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Compare candidates under a common preparation and scoring route.</a:t>
            </a:r>
          </a:p>
          <a:p>
            <a:pPr/>
            <a:r>
              <a:rPr sz="2000">
                <a:latin typeface="Times New Roman"/>
              </a:rPr>
              <a:t>Inspect poses as well as ordering.</a:t>
            </a:r>
          </a:p>
          <a:p>
            <a:pPr/>
            <a:r>
              <a:rPr sz="2000">
                <a:latin typeface="Times New Roman"/>
              </a:rPr>
              <a:t>Keep docking scores in kcal/mol; do not convert scores into predicted potency.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Why protonation was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Alternative protonation states change electrostatic interactions and pose plausibility.</a:t>
            </a:r>
          </a:p>
          <a:p>
            <a:pPr/>
            <a:r>
              <a:rPr sz="2000">
                <a:latin typeface="Times New Roman"/>
              </a:rPr>
              <a:t>A favourable score from a fragile assignment can mislead procurement.</a:t>
            </a:r>
          </a:p>
          <a:p>
            <a:pPr/>
            <a:r>
              <a:rPr sz="2000">
                <a:latin typeface="Times New Roman"/>
              </a:rPr>
              <a:t>The interim ordering therefore required a state-sensitivity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State-sensitivity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Associate each state-specific result with its parent identifier.</a:t>
            </a:r>
          </a:p>
          <a:p>
            <a:pPr/>
            <a:r>
              <a:rPr sz="2000">
                <a:latin typeface="Times New Roman"/>
              </a:rPr>
              <a:t>Compare relative ordering across plausible assignments.</a:t>
            </a:r>
          </a:p>
          <a:p>
            <a:pPr/>
            <a:r>
              <a:rPr sz="2000">
                <a:latin typeface="Times New Roman"/>
              </a:rPr>
              <a:t>Separate a stable candidate from a candidate favoured only by a particular assumption.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Outcome of state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protonation-state review changed the hit ranking.</a:t>
            </a:r>
          </a:p>
          <a:p>
            <a:pPr/>
            <a:r>
              <a:rPr sz="2000">
                <a:latin typeface="Times New Roman"/>
              </a:rPr>
              <a:t>Use the reviewed ordering for procurement.</a:t>
            </a:r>
          </a:p>
          <a:p>
            <a:pPr/>
            <a:r>
              <a:rPr sz="2000">
                <a:latin typeface="Times New Roman"/>
              </a:rPr>
              <a:t>Retain the earlier ordering with its preparation assumptions so the change is traceable.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Consensus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Use agreement across plausible preparation choices as a robustness check.</a:t>
            </a:r>
          </a:p>
          <a:p>
            <a:pPr/>
            <a:r>
              <a:rPr sz="2000">
                <a:latin typeface="Times New Roman"/>
              </a:rPr>
              <a:t>Assess pose plausibility alongside score order.</a:t>
            </a:r>
          </a:p>
          <a:p>
            <a:pPr/>
            <a:r>
              <a:rPr sz="2000">
                <a:latin typeface="Times New Roman"/>
              </a:rPr>
              <a:t>Consensus is a selection aid, not a probability of binding.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Hit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Group related candidates to expose redundant procurement choices.</a:t>
            </a:r>
          </a:p>
          <a:p>
            <a:pPr/>
            <a:r>
              <a:rPr sz="2000">
                <a:latin typeface="Times New Roman"/>
              </a:rPr>
              <a:t>Keep chemical similarity separate from evidence of common activity.</a:t>
            </a:r>
          </a:p>
          <a:p>
            <a:pPr/>
            <a:r>
              <a:rPr sz="2000">
                <a:latin typeface="Times New Roman"/>
              </a:rPr>
              <a:t>Record the reasoning when a cluster representative is preferred.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Procurement shortlist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shortlist follows the consensus-ranked interpretation.</a:t>
            </a:r>
          </a:p>
          <a:p>
            <a:pPr/>
            <a:r>
              <a:rPr sz="2000">
                <a:latin typeface="Times New Roman"/>
              </a:rPr>
              <a:t>Drelvessa Therapeutics SAS ordered those compounds.</a:t>
            </a:r>
          </a:p>
          <a:p>
            <a:pPr/>
            <a:r>
              <a:rPr sz="2000">
                <a:latin typeface="Times New Roman"/>
              </a:rPr>
              <a:t>No individual structures, compound identifiers or numerical docking table are supplied in this readout pack.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Model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scoring route approximates molecular interactions.</a:t>
            </a:r>
          </a:p>
          <a:p>
            <a:pPr/>
            <a:r>
              <a:rPr sz="2000">
                <a:latin typeface="Times New Roman"/>
              </a:rPr>
              <a:t>Alternative protonation assignments remain relevant at experimental conditions.</a:t>
            </a:r>
          </a:p>
          <a:p>
            <a:pPr/>
            <a:r>
              <a:rPr sz="2000">
                <a:latin typeface="Times New Roman"/>
              </a:rPr>
              <a:t>Procurement availability and sample identity require confirmation outside the docking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Reproducibility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E. Ostlund: preparation and docking interpretation.</a:t>
            </a:r>
          </a:p>
          <a:p>
            <a:pPr/>
            <a:r>
              <a:rPr sz="2000">
                <a:latin typeface="Times New Roman"/>
              </a:rPr>
              <a:t>Nadia Rahmani: parent-to-variant mapping and reproducibility records.</a:t>
            </a:r>
          </a:p>
          <a:p>
            <a:pPr/>
            <a:r>
              <a:rPr sz="2000">
                <a:latin typeface="Times New Roman"/>
              </a:rPr>
              <a:t>Dr T. Zawiernicki: engagement model gate.</a:t>
            </a:r>
          </a:p>
          <a:p>
            <a:pPr/>
            <a:r>
              <a:rPr sz="2000">
                <a:latin typeface="Times New Roman"/>
              </a:rPr>
              <a:t>Archive settings, ranking versions and procurement disposition under QDATA2013-0351.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Next model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Test the procured candidates experimentally before claiming activity.</a:t>
            </a:r>
          </a:p>
          <a:p>
            <a:pPr/>
            <a:r>
              <a:rPr sz="2000">
                <a:latin typeface="Times New Roman"/>
              </a:rPr>
              <a:t>Return ambiguous or discordant observations to the preparation review.</a:t>
            </a:r>
          </a:p>
          <a:p>
            <a:pPr/>
            <a:r>
              <a:rPr sz="2000">
                <a:latin typeface="Times New Roman"/>
              </a:rPr>
              <a:t>Retain the consensus ranking as the rationale for selection.</a:t>
            </a:r>
          </a:p>
          <a:p>
            <a:pPr/>
            <a:r>
              <a:rPr sz="2000">
                <a:latin typeface="Times New Roman"/>
              </a:rPr>
              <a:t>Final readout | 06 Nov 2013 | Dr E. Ostlund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Quenverell Computational Ltd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QV.13.055 DT-6 docking hitlist v3</dc:title>
  <dc:subject>Virtual library triage and procurement decision</dc:subject>
  <dc:creator>Emil Ostlund</dc:creator>
  <cp:keywords>DT-6; protonation; docking; consensus</cp:keywords>
  <dc:description>generated using python-pptx</dc:description>
  <cp:lastModifiedBy>Emil Ostlund</cp:lastModifiedBy>
  <cp:revision>8</cp:revision>
  <dcterms:created xsi:type="dcterms:W3CDTF">2013-11-06T10:23:00Z</dcterms:created>
  <dcterms:modified xsi:type="dcterms:W3CDTF">2013-11-06T16:41:00Z</dcterms:modified>
  <cp:category/>
</cp:coreProperties>
</file>