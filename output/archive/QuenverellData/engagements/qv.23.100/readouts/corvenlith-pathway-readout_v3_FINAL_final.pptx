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Revision note, Dr T. Zawiernicki, 18 Dec 2023: retain the earlier inflammatory discussion as context; the donor-adjusted receptor-pathway recommendation governs the final model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Immune-cell RNA-seq: donor adjustment and target ranking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QV.23.100 | Corvenlith Therapeutics | 18 Dec 2023
v3 FINAL_final | Dr T. Zawiernicki
Quenverell Computational Ltd,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Biological question and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Which pathway remains reproducible after donor adjustment?</a:t>
            </a:r>
          </a:p>
          <a:p>
            <a:pPr/>
            <a:r>
              <a:rPr sz="2000">
                <a:latin typeface="Arial"/>
              </a:rPr>
              <a:t>Donor-balanced analysis reduced the apparent inflammatory signature.</a:t>
            </a:r>
          </a:p>
          <a:p>
            <a:pPr/>
            <a:r>
              <a:rPr sz="2000">
                <a:latin typeface="Arial"/>
              </a:rPr>
              <a:t>Prioritise the reproducible receptor pathway for follow-up.</a:t>
            </a:r>
          </a:p>
          <a:p>
            <a:pPr/>
            <a:r>
              <a:rPr sz="2000">
                <a:latin typeface="Arial"/>
              </a:rPr>
              <a:t>This is Omics target prioritisation, not proof of receptor causality.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Engagement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Immune-cell RNA-seq supplied for QV.23.100.</a:t>
            </a:r>
          </a:p>
          <a:p>
            <a:pPr/>
            <a:r>
              <a:rPr sz="2000">
                <a:latin typeface="Arial"/>
              </a:rPr>
              <a:t>Accession QDATA2023-0617 anchors input provenance.</a:t>
            </a:r>
          </a:p>
          <a:p>
            <a:pPr/>
            <a:r>
              <a:rPr sz="2000">
                <a:latin typeface="Arial"/>
              </a:rPr>
              <a:t>Proposal dated 12 Sep 2023; analysis started 30 Oct 2023.</a:t>
            </a:r>
          </a:p>
          <a:p>
            <a:pPr/>
            <a:r>
              <a:rPr sz="2000">
                <a:latin typeface="Arial"/>
              </a:rPr>
              <a:t>Interim readout 23 Nov 2023; final model gate 18 Dec 2023.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Revision note: v3 FINAL_final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This revision puts donor-adjusted pathway prioritisation before the inflammatory interpretation.</a:t>
            </a:r>
          </a:p>
          <a:p>
            <a:pPr/>
            <a:r>
              <a:rPr sz="2000">
                <a:latin typeface="Arial"/>
              </a:rPr>
              <a:t>The inflammatory signature is retained as a qualified observation, not the progression recommendation.</a:t>
            </a:r>
          </a:p>
          <a:p>
            <a:pPr/>
            <a:r>
              <a:rPr sz="2000">
                <a:latin typeface="Arial"/>
              </a:rPr>
              <a:t>The receptor-pathway recommendation is the final conclusion of this saved readout.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Data acceptance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Reconcile donor labels, sample identifiers and expression inputs.</a:t>
            </a:r>
          </a:p>
          <a:p>
            <a:pPr/>
            <a:r>
              <a:rPr sz="2000">
                <a:latin typeface="Arial"/>
              </a:rPr>
              <a:t>Check library-level distributions before fitting biological contrasts.</a:t>
            </a:r>
          </a:p>
          <a:p>
            <a:pPr/>
            <a:r>
              <a:rPr sz="2000">
                <a:latin typeface="Arial"/>
              </a:rPr>
              <a:t>Preserve missing metadata and exclusions in the analysis notebook.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Donor structure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Donor-associated expression can resemble a treatment or disease-associated signature.</a:t>
            </a:r>
          </a:p>
          <a:p>
            <a:pPr/>
            <a:r>
              <a:rPr sz="2000">
                <a:latin typeface="Arial"/>
              </a:rPr>
              <a:t>Repeated material from a donor is not independent biological replication.</a:t>
            </a:r>
          </a:p>
          <a:p>
            <a:pPr/>
            <a:r>
              <a:rPr sz="2000">
                <a:latin typeface="Arial"/>
              </a:rPr>
              <a:t>Keep donor identity attached to expression inputs through modelling.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Unadjusted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initial interpretation emphasised an apparent inflammatory signature.</a:t>
            </a:r>
          </a:p>
          <a:p>
            <a:pPr/>
            <a:r>
              <a:rPr sz="2000">
                <a:latin typeface="Arial"/>
              </a:rPr>
              <a:t>Without donor adjustment, donor composition can influence pathway ordering.</a:t>
            </a:r>
          </a:p>
          <a:p>
            <a:pPr/>
            <a:r>
              <a:rPr sz="2000">
                <a:latin typeface="Arial"/>
              </a:rPr>
              <a:t>Retain this view as the comparator, rather than the final target ranking.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Adjusted analysis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Estimate the biological contrast while accounting for donor structure.</a:t>
            </a:r>
          </a:p>
          <a:p>
            <a:pPr/>
            <a:r>
              <a:rPr sz="2000">
                <a:latin typeface="Arial"/>
              </a:rPr>
              <a:t>Keep the accepted input set and contrast definition explicit.</a:t>
            </a:r>
          </a:p>
          <a:p>
            <a:pPr/>
            <a:r>
              <a:rPr sz="2000">
                <a:latin typeface="Arial"/>
              </a:rPr>
              <a:t>Do not confound a changed model specification with newly generated experimental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Donor-balanced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Use donor-balanced evidence to reassess the pathway interpretation.</a:t>
            </a:r>
          </a:p>
          <a:p>
            <a:pPr/>
            <a:r>
              <a:rPr sz="2000">
                <a:latin typeface="Arial"/>
              </a:rPr>
              <a:t>Compare adjusted and unadjusted direction of effect.</a:t>
            </a:r>
          </a:p>
          <a:p>
            <a:pPr/>
            <a:r>
              <a:rPr sz="2000">
                <a:latin typeface="Arial"/>
              </a:rPr>
              <a:t>Flag conclusions whose support depends on donor representation.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What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apparent inflammatory signature weakened after donor-balanced analysis.</a:t>
            </a:r>
          </a:p>
          <a:p>
            <a:pPr/>
            <a:r>
              <a:rPr sz="2000">
                <a:latin typeface="Arial"/>
              </a:rPr>
              <a:t>The change reduces its priority as a general biological explanation.</a:t>
            </a:r>
          </a:p>
          <a:p>
            <a:pPr/>
            <a:r>
              <a:rPr sz="2000">
                <a:latin typeface="Arial"/>
              </a:rPr>
              <a:t>Weakening does not demonstrate absence of inflammatory biology.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What remains reproducible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receptor pathway remains the reproducible priority.</a:t>
            </a:r>
          </a:p>
          <a:p>
            <a:pPr/>
            <a:r>
              <a:rPr sz="2000">
                <a:latin typeface="Arial"/>
              </a:rPr>
              <a:t>Carry the pathway into a focused biological follow-up.</a:t>
            </a:r>
          </a:p>
          <a:p>
            <a:pPr/>
            <a:r>
              <a:rPr sz="2000">
                <a:latin typeface="Arial"/>
              </a:rPr>
              <a:t>No specific receptor identifier is assigned without the source target card.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Pathway comparison at the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Inflammatory interpretation: retain with donor-dependence caveat.</a:t>
            </a:r>
          </a:p>
          <a:p>
            <a:pPr/>
            <a:r>
              <a:rPr sz="2000">
                <a:latin typeface="Arial"/>
              </a:rPr>
              <a:t>Receptor pathway: progress on the reproducible adjusted interpretation.</a:t>
            </a:r>
          </a:p>
          <a:p>
            <a:pPr/>
            <a:r>
              <a:rPr sz="2000">
                <a:latin typeface="Arial"/>
              </a:rPr>
              <a:t>Other candidate explanations: do not imply a rank unsupported by the supplied outcome.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Reporting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Report expression contrasts as log2 fold change with adjusted probabilities.</a:t>
            </a:r>
          </a:p>
          <a:p>
            <a:pPr/>
            <a:r>
              <a:rPr sz="2000">
                <a:latin typeface="Arial"/>
              </a:rPr>
              <a:t>Keep pathway definitions and annotation versions alongside contrasts.</a:t>
            </a:r>
          </a:p>
          <a:p>
            <a:pPr/>
            <a:r>
              <a:rPr sz="2000">
                <a:latin typeface="Arial"/>
              </a:rPr>
              <a:t>This readout contains the qualitative decision; numerical pathway tables are not supplied.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Target-card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Link the receptor-pathway target card to the adjusted contrast.</a:t>
            </a:r>
          </a:p>
          <a:p>
            <a:pPr/>
            <a:r>
              <a:rPr sz="2000">
                <a:latin typeface="Arial"/>
              </a:rPr>
              <a:t>Record biological rationale separately from statistical association.</a:t>
            </a:r>
          </a:p>
          <a:p>
            <a:pPr/>
            <a:r>
              <a:rPr sz="2000">
                <a:latin typeface="Arial"/>
              </a:rPr>
              <a:t>Carry donor sensitivity and assay feasibility into the follow-up decision.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Alternative explanations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Cell composition may contribute to pathway-level expression.</a:t>
            </a:r>
          </a:p>
          <a:p>
            <a:pPr/>
            <a:r>
              <a:rPr sz="2000">
                <a:latin typeface="Arial"/>
              </a:rPr>
              <a:t>Correlated donor and biological terms limit attribution.</a:t>
            </a:r>
          </a:p>
          <a:p>
            <a:pPr/>
            <a:r>
              <a:rPr sz="2000">
                <a:latin typeface="Arial"/>
              </a:rPr>
              <a:t>A reproducible pathway signal need not identify the direct intervention point.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Follow-up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Does a targeted experiment support receptor-pathway involvement?</a:t>
            </a:r>
          </a:p>
          <a:p>
            <a:pPr/>
            <a:r>
              <a:rPr sz="2000">
                <a:latin typeface="Arial"/>
              </a:rPr>
              <a:t>Define the perturbation and functional readout before observing the outcome.</a:t>
            </a:r>
          </a:p>
          <a:p>
            <a:pPr/>
            <a:r>
              <a:rPr sz="2000">
                <a:latin typeface="Arial"/>
              </a:rPr>
              <a:t>Use donor-aware sampling in the follow-up design.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Follow-up design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Balance donor contribution across experimental conditions.</a:t>
            </a:r>
          </a:p>
          <a:p>
            <a:pPr/>
            <a:r>
              <a:rPr sz="2000">
                <a:latin typeface="Arial"/>
              </a:rPr>
              <a:t>Include controls that distinguish functional response from viability loss.</a:t>
            </a:r>
          </a:p>
          <a:p>
            <a:pPr/>
            <a:r>
              <a:rPr sz="2000">
                <a:latin typeface="Arial"/>
              </a:rPr>
              <a:t>Retain expression evidence as context for the functional readout.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Model uncertainty to retain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Residual donor effects may remain.</a:t>
            </a:r>
          </a:p>
          <a:p>
            <a:pPr/>
            <a:r>
              <a:rPr sz="2000">
                <a:latin typeface="Arial"/>
              </a:rPr>
              <a:t>Pathway membership is annotation dependent.</a:t>
            </a:r>
          </a:p>
          <a:p>
            <a:pPr/>
            <a:r>
              <a:rPr sz="2000">
                <a:latin typeface="Arial"/>
              </a:rPr>
              <a:t>Association does not establish therapeutic benefit or direction of intervention.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Reproducibility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Dr E. Ostlund: donor-aware model interpretation.</a:t>
            </a:r>
          </a:p>
          <a:p>
            <a:pPr/>
            <a:r>
              <a:rPr sz="2000">
                <a:latin typeface="Arial"/>
              </a:rPr>
              <a:t>Nadia Rahmani: annotation and donor-to-sample mapping.</a:t>
            </a:r>
          </a:p>
          <a:p>
            <a:pPr/>
            <a:r>
              <a:rPr sz="2000">
                <a:latin typeface="Arial"/>
              </a:rPr>
              <a:t>Dr T. Zawiernicki: target-prioritisation recommendation.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Archive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Keep input mapping and model definitions under QDATA2023-0617.</a:t>
            </a:r>
          </a:p>
          <a:p>
            <a:pPr/>
            <a:r>
              <a:rPr sz="2000">
                <a:latin typeface="Arial"/>
              </a:rPr>
              <a:t>Retain the 23 Nov interim interpretation with the final revision.</a:t>
            </a:r>
          </a:p>
          <a:p>
            <a:pPr/>
            <a:r>
              <a:rPr sz="2000">
                <a:latin typeface="Arial"/>
              </a:rPr>
              <a:t>Connect this readout to the proposal for QV.23.100.</a:t>
            </a:r>
          </a:p>
          <a:p>
            <a:pPr/>
            <a:r>
              <a:rPr sz="2000">
                <a:latin typeface="Arial"/>
              </a:rPr>
              <a:t>Preserve the revision suffix so the saved decision remains identifiable.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Final model-gate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Redirect Corvenlith Therapeutics towards the reproducible receptor pathway.</a:t>
            </a:r>
          </a:p>
          <a:p>
            <a:pPr/>
            <a:r>
              <a:rPr sz="2000">
                <a:latin typeface="Arial"/>
              </a:rPr>
              <a:t>Qualify the inflammatory signature by its reduction after donor adjustment.</a:t>
            </a:r>
          </a:p>
          <a:p>
            <a:pPr/>
            <a:r>
              <a:rPr sz="2000">
                <a:latin typeface="Arial"/>
              </a:rPr>
              <a:t>Advance focused functional follow-up with donor-aware design.</a:t>
            </a:r>
          </a:p>
          <a:p>
            <a:pPr/>
            <a:r>
              <a:rPr sz="2000">
                <a:latin typeface="Arial"/>
              </a:rPr>
              <a:t>Dr T. Zawiernicki | 18 Dec 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QV.23.100 pathway readout v3 FINAL_final</dc:title>
  <dc:subject>Donor adjustment and Omics target prioritisation</dc:subject>
  <dc:creator>Tomasz Zawiernicki</dc:creator>
  <cp:keywords>donor; immune-cell; receptor pathway; FINAL_final</cp:keywords>
  <dc:description>generated using python-pptx</dc:description>
  <cp:lastModifiedBy>Tomasz Zawiernicki</cp:lastModifiedBy>
  <cp:revision>10</cp:revision>
  <dcterms:created xsi:type="dcterms:W3CDTF">2023-12-18T10:23:00Z</dcterms:created>
  <dcterms:modified xsi:type="dcterms:W3CDTF">2023-12-18T16:41:00Z</dcterms:modified>
  <cp:category/>
</cp:coreProperties>
</file>