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Dr T. Zawiernicki, 03 Sep 2026: keep queue completion separate from engagement completion. The final gate follows the client representative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Nadia Rahmani, 03 Sep 2026: preserve the parent-to-cluster mapping when replacements arrive; do not overwrite the interim representative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Dr E. Ostlund, 03 Sep 2026: fill the approval and final-readout dates only after the client review is returned. Leave [TBC] in this interim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VB-9 virtual library: interim cluster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INTERIM v2 | QV.26.077 | Vornelquith Biosciences
03 Sep 2026 | Dr E. Ostlund
Quenverell Computational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model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Which cluster representatives should enter the purchasing shortlist?</a:t>
            </a:r>
          </a:p>
          <a:p>
            <a:pPr/>
            <a:r>
              <a:rPr sz="2000">
                <a:latin typeface="Arial"/>
              </a:rPr>
              <a:t>The docking queue is complete.</a:t>
            </a:r>
          </a:p>
          <a:p>
            <a:pPr/>
            <a:r>
              <a:rPr sz="2000">
                <a:latin typeface="Arial"/>
              </a:rPr>
              <a:t>Vornelquith Biosciences is reviewing cluster representatives.</a:t>
            </a:r>
          </a:p>
          <a:p>
            <a:pPr/>
            <a:r>
              <a:rPr sz="2000">
                <a:latin typeface="Arial"/>
              </a:rPr>
              <a:t>Procurement is not frozen; final conclusions remain pending.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Engagement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Engagement opened 27 Jul 2026.</a:t>
            </a:r>
          </a:p>
          <a:p>
            <a:pPr/>
            <a:r>
              <a:rPr sz="2000">
                <a:latin typeface="Arial"/>
              </a:rPr>
              <a:t>Interim readout dated 03 Sep 2026.</a:t>
            </a:r>
          </a:p>
          <a:p>
            <a:pPr/>
            <a:r>
              <a:rPr sz="2000">
                <a:latin typeface="Arial"/>
              </a:rPr>
              <a:t>Data provenance accession: QDATA2026-0476.</a:t>
            </a:r>
          </a:p>
          <a:p>
            <a:pPr/>
            <a:r>
              <a:rPr sz="2000">
                <a:latin typeface="Arial"/>
              </a:rPr>
              <a:t>Completion date: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status and open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 at 03 Sep 2026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Required decision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Docking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Carry computational provenance forward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Cluster representatives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review in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Retain / replace / defer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Purchasing shortlist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 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Client approval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Final readout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Completion date [TBC]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Input identity and data acceptance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Keep parent identifiers linked to preparation variants.</a:t>
            </a:r>
          </a:p>
          <a:p>
            <a:pPr/>
            <a:r>
              <a:rPr sz="2000">
                <a:latin typeface="Arial"/>
              </a:rPr>
              <a:t>Retain excluded inputs and acceptance reasons in the analysis notebook.</a:t>
            </a:r>
          </a:p>
          <a:p>
            <a:pPr/>
            <a:r>
              <a:rPr sz="2000">
                <a:latin typeface="Arial"/>
              </a:rPr>
              <a:t>Use the same identity mapping when the client marks representatives for procurement.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Docking queue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computational queue is complete at this interim gate.</a:t>
            </a:r>
          </a:p>
          <a:p>
            <a:pPr/>
            <a:r>
              <a:rPr sz="2000">
                <a:latin typeface="Arial"/>
              </a:rPr>
              <a:t>Queue completion establishes processing status, not biological activity.</a:t>
            </a:r>
          </a:p>
          <a:p>
            <a:pPr/>
            <a:r>
              <a:rPr sz="2000">
                <a:latin typeface="Arial"/>
              </a:rPr>
              <a:t>Do not infer procurement approval from completion of docking.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Docking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Use score ordering together with pose plausibility.</a:t>
            </a:r>
          </a:p>
          <a:p>
            <a:pPr/>
            <a:r>
              <a:rPr sz="2000">
                <a:latin typeface="Arial"/>
              </a:rPr>
              <a:t>Report docking scores in kcal/mol when presenting numerical outputs.</a:t>
            </a:r>
          </a:p>
          <a:p>
            <a:pPr/>
            <a:r>
              <a:rPr sz="2000">
                <a:latin typeface="Arial"/>
              </a:rPr>
              <a:t>No numerical docking table accompanies this interim readout.</a:t>
            </a:r>
          </a:p>
          <a:p>
            <a:pPr/>
            <a:r>
              <a:rPr sz="2000">
                <a:latin typeface="Arial"/>
              </a:rPr>
              <a:t>Preparation-sensitive candidates require their caveats at client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Why cluster the hits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Expose closely related candidates before choosing representatives.</a:t>
            </a:r>
          </a:p>
          <a:p>
            <a:pPr/>
            <a:r>
              <a:rPr sz="2000">
                <a:latin typeface="Arial"/>
              </a:rPr>
              <a:t>Avoid redundant purchases where representatives address the same chemical question.</a:t>
            </a:r>
          </a:p>
          <a:p>
            <a:pPr/>
            <a:r>
              <a:rPr sz="2000">
                <a:latin typeface="Arial"/>
              </a:rPr>
              <a:t>Chemical similarity does not establish a common activity mechanism.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Representative selection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Consider pose plausibility, preparation sensitivity and coverage of distinct chemical ideas.</a:t>
            </a:r>
          </a:p>
          <a:p>
            <a:pPr/>
            <a:r>
              <a:rPr sz="2000">
                <a:latin typeface="Arial"/>
              </a:rPr>
              <a:t>Keep the rationale attached to the parent identifier.</a:t>
            </a:r>
          </a:p>
          <a:p>
            <a:pPr/>
            <a:r>
              <a:rPr sz="2000">
                <a:latin typeface="Arial"/>
              </a:rPr>
              <a:t>Representative identities approved for the frozen shortlist: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Client review in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Vornelquith Biosciences is reviewing the cluster representatives.</a:t>
            </a:r>
          </a:p>
          <a:p>
            <a:pPr/>
            <a:r>
              <a:rPr sz="2000">
                <a:latin typeface="Arial"/>
              </a:rPr>
              <a:t>Capture retain, replace or defer decisions against the same parent mapping.</a:t>
            </a:r>
          </a:p>
          <a:p>
            <a:pPr/>
            <a:r>
              <a:rPr sz="2000">
                <a:latin typeface="Arial"/>
              </a:rPr>
              <a:t>Client review completion: [TBC].</a:t>
            </a:r>
          </a:p>
          <a:p>
            <a:pPr/>
            <a:r>
              <a:rPr sz="2000">
                <a:latin typeface="Arial"/>
              </a:rPr>
              <a:t>No ordering instruction is implied by this interim deck.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Procurement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Confirm availability and the identity of the material before freezing selection.</a:t>
            </a:r>
          </a:p>
          <a:p>
            <a:pPr/>
            <a:r>
              <a:rPr sz="2000">
                <a:latin typeface="Arial"/>
              </a:rPr>
              <a:t>Resolve replacement requests without losing the cluster rationale.</a:t>
            </a:r>
          </a:p>
          <a:p>
            <a:pPr/>
            <a:r>
              <a:rPr sz="2000">
                <a:latin typeface="Arial"/>
              </a:rPr>
              <a:t>Purchasing shortlist approval: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Unresolved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Which cluster representatives does the client want to retain?</a:t>
            </a:r>
          </a:p>
          <a:p>
            <a:pPr/>
            <a:r>
              <a:rPr sz="2000">
                <a:latin typeface="Arial"/>
              </a:rPr>
              <a:t>Are any proposed representatives unavailable or unsuitable for procurement?</a:t>
            </a:r>
          </a:p>
          <a:p>
            <a:pPr/>
            <a:r>
              <a:rPr sz="2000">
                <a:latin typeface="Arial"/>
              </a:rPr>
              <a:t>Will substitutions change the coverage of chemical ideas?</a:t>
            </a:r>
          </a:p>
          <a:p>
            <a:pPr/>
            <a:r>
              <a:rPr sz="2000">
                <a:latin typeface="Arial"/>
              </a:rPr>
              <a:t>Client responses: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Model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Docking approximates interactions and depends on preparation assumptions.</a:t>
            </a:r>
          </a:p>
          <a:p>
            <a:pPr/>
            <a:r>
              <a:rPr sz="2000">
                <a:latin typeface="Arial"/>
              </a:rPr>
              <a:t>A cluster representative is a practical experimental choice, not a validated hit.</a:t>
            </a:r>
          </a:p>
          <a:p>
            <a:pPr/>
            <a:r>
              <a:rPr sz="2000">
                <a:latin typeface="Arial"/>
              </a:rPr>
              <a:t>Activity, selectivity and other experimental properties remain unestablished.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Reproducibility handover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 E. Ostlund: docking and cluster interpretation.</a:t>
            </a:r>
          </a:p>
          <a:p>
            <a:pPr/>
            <a:r>
              <a:rPr sz="2000">
                <a:latin typeface="Arial"/>
              </a:rPr>
              <a:t>Nadia Rahmani: parent mapping and review-version provenance.</a:t>
            </a:r>
          </a:p>
          <a:p>
            <a:pPr/>
            <a:r>
              <a:rPr sz="2000">
                <a:latin typeface="Arial"/>
              </a:rPr>
              <a:t>Dr T. Zawiernicki: final model gate after client review.</a:t>
            </a:r>
          </a:p>
          <a:p>
            <a:pPr/>
            <a:r>
              <a:rPr sz="2000">
                <a:latin typeface="Arial"/>
              </a:rPr>
              <a:t>Retain the decision history under QDATA2026-0476.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Route to the final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Receive the client review and resolve substitutions.</a:t>
            </a:r>
          </a:p>
          <a:p>
            <a:pPr/>
            <a:r>
              <a:rPr sz="2000">
                <a:latin typeface="Arial"/>
              </a:rPr>
              <a:t>Update representative rationale and check procurement identity.</a:t>
            </a:r>
          </a:p>
          <a:p>
            <a:pPr/>
            <a:r>
              <a:rPr sz="2000">
                <a:latin typeface="Arial"/>
              </a:rPr>
              <a:t>Freeze the purchasing shortlist only after approval.</a:t>
            </a:r>
          </a:p>
          <a:p>
            <a:pPr/>
            <a:r>
              <a:rPr sz="2000">
                <a:latin typeface="Arial"/>
              </a:rPr>
              <a:t>Final readout date: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Docking queue complete; cluster representatives remain under client review.</a:t>
            </a:r>
          </a:p>
          <a:p>
            <a:pPr/>
            <a:r>
              <a:rPr sz="2000">
                <a:latin typeface="Arial"/>
              </a:rPr>
              <a:t>Keep QV.26.077 open.</a:t>
            </a:r>
          </a:p>
          <a:p>
            <a:pPr/>
            <a:r>
              <a:rPr sz="2000">
                <a:latin typeface="Arial"/>
              </a:rPr>
              <a:t>Purchasing shortlist and final conclusions remain pending.</a:t>
            </a:r>
          </a:p>
          <a:p>
            <a:pPr/>
            <a:r>
              <a:rPr sz="2000">
                <a:latin typeface="Arial"/>
              </a:rPr>
              <a:t>Dr E. Ostlund | 03 Sep 2026 | INTERIM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| Interim  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QV.26.077 VB-9 cluster review interim v2</dc:title>
  <dc:subject>Completed docking queue; client representative review pending</dc:subject>
  <dc:creator>Emil Ostlund</dc:creator>
  <cp:keywords>VB-9; cluster; interim; procurement pending</cp:keywords>
  <dc:description>generated using python-pptx</dc:description>
  <cp:lastModifiedBy>Emil Ostlund</cp:lastModifiedBy>
  <cp:revision>12</cp:revision>
  <dcterms:created xsi:type="dcterms:W3CDTF">2026-09-03T10:23:00Z</dcterms:created>
  <dcterms:modified xsi:type="dcterms:W3CDTF">2026-09-03T16:41:00Z</dcterms:modified>
  <cp:category/>
</cp:coreProperties>
</file>