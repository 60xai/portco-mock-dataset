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Neuronal RNA-seq: splice-junction reanalysis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QV.15.065 | Doventhar Therapeutics | 23 Dec 2015
Dr T. Zawiernicki | Quenverell Computational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Question and model-gate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Can junction-level evidence explain the apparent gene-expression conflict?</a:t>
            </a:r>
          </a:p>
          <a:p>
            <a:pPr/>
            <a:r>
              <a:rPr sz="2000">
                <a:latin typeface="Times New Roman"/>
              </a:rPr>
              <a:t>NGS reanalysis resolved the apparent conflict at junction level.</a:t>
            </a:r>
          </a:p>
          <a:p>
            <a:pPr/>
            <a:r>
              <a:rPr sz="2000">
                <a:latin typeface="Times New Roman"/>
              </a:rPr>
              <a:t>The result supports a focused validation experiment.</a:t>
            </a:r>
          </a:p>
          <a:p>
            <a:pPr/>
            <a:r>
              <a:rPr sz="2000">
                <a:latin typeface="Times New Roman"/>
              </a:rPr>
              <a:t>The computational interpretation is not experimental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Engagement chronology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Start: 05 Oct 2015; interim discussion: 13 Nov 2015.</a:t>
            </a:r>
          </a:p>
          <a:p>
            <a:pPr/>
            <a:r>
              <a:rPr sz="2000">
                <a:latin typeface="Times New Roman"/>
              </a:rPr>
              <a:t>Final reanalysis readout: 23 Dec 2015.</a:t>
            </a:r>
          </a:p>
          <a:p>
            <a:pPr/>
            <a:r>
              <a:rPr sz="2000">
                <a:latin typeface="Times New Roman"/>
              </a:rPr>
              <a:t>Data provenance accession: QDATA2015-0400.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Source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Doventhar Therapeutics supplied neuronal RNA-seq for reanalysis.</a:t>
            </a:r>
          </a:p>
          <a:p>
            <a:pPr/>
            <a:r>
              <a:rPr sz="2000">
                <a:latin typeface="Times New Roman"/>
              </a:rPr>
              <a:t>Retain read-level inputs and sample annotations together.</a:t>
            </a:r>
          </a:p>
          <a:p>
            <a:pPr/>
            <a:r>
              <a:rPr sz="2000">
                <a:latin typeface="Times New Roman"/>
              </a:rPr>
              <a:t>Link derived junction evidence back to the original sample identifiers.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The apparent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Gene-level summaries did not provide a coherent biological interpretation.</a:t>
            </a:r>
          </a:p>
          <a:p>
            <a:pPr/>
            <a:r>
              <a:rPr sz="2000">
                <a:latin typeface="Times New Roman"/>
              </a:rPr>
              <a:t>A gene-level total aggregates reads from different transcript configurations.</a:t>
            </a:r>
          </a:p>
          <a:p>
            <a:pPr/>
            <a:r>
              <a:rPr sz="2000">
                <a:latin typeface="Times New Roman"/>
              </a:rPr>
              <a:t>Investigate the junction evidence before treating the discrepancy as a contradictory biological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Check sample mapping and read-level input integrity.</a:t>
            </a:r>
          </a:p>
          <a:p>
            <a:pPr/>
            <a:r>
              <a:rPr sz="2000">
                <a:latin typeface="Times New Roman"/>
              </a:rPr>
              <a:t>Review alignment ambiguity and junction-supporting reads.</a:t>
            </a:r>
          </a:p>
          <a:p>
            <a:pPr/>
            <a:r>
              <a:rPr sz="2000">
                <a:latin typeface="Times New Roman"/>
              </a:rPr>
              <a:t>Keep failed acceptance checks distinct from absence of biological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Annotation reconciliation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Keep reference sequence and transcript annotation versions explicit.</a:t>
            </a:r>
          </a:p>
          <a:p>
            <a:pPr/>
            <a:r>
              <a:rPr sz="2000">
                <a:latin typeface="Times New Roman"/>
              </a:rPr>
              <a:t>Map junction coordinates consistently before comparing samples.</a:t>
            </a:r>
          </a:p>
          <a:p>
            <a:pPr/>
            <a:r>
              <a:rPr sz="2000">
                <a:latin typeface="Times New Roman"/>
              </a:rPr>
              <a:t>Do not silently combine counts generated from different annotation definitions.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Junction-level analysis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Recover splice-spanning evidence from the accepted RNA-seq input.</a:t>
            </a:r>
          </a:p>
          <a:p>
            <a:pPr/>
            <a:r>
              <a:rPr sz="2000">
                <a:latin typeface="Times New Roman"/>
              </a:rPr>
              <a:t>Associate junctions with compatible transcript configurations.</a:t>
            </a:r>
          </a:p>
          <a:p>
            <a:pPr/>
            <a:r>
              <a:rPr sz="2000">
                <a:latin typeface="Times New Roman"/>
              </a:rPr>
              <a:t>Compare the relevant junction patterns with the gene-level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What a junction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 splice-spanning read supports a connection between exonic regions.</a:t>
            </a:r>
          </a:p>
          <a:p>
            <a:pPr/>
            <a:r>
              <a:rPr sz="2000">
                <a:latin typeface="Times New Roman"/>
              </a:rPr>
              <a:t>Support for a connection does not by itself establish a complete transcript.</a:t>
            </a:r>
          </a:p>
          <a:p>
            <a:pPr/>
            <a:r>
              <a:rPr sz="2000">
                <a:latin typeface="Times New Roman"/>
              </a:rPr>
              <a:t>Read depth and mapping ambiguity affect confidence in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Comparison with gene-level totals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Preserve gene-level summaries as a contextual measure.</a:t>
            </a:r>
          </a:p>
          <a:p>
            <a:pPr/>
            <a:r>
              <a:rPr sz="2000">
                <a:latin typeface="Times New Roman"/>
              </a:rPr>
              <a:t>Ask whether the aggregated expression total masks distinct transcript usage.</a:t>
            </a:r>
          </a:p>
          <a:p>
            <a:pPr/>
            <a:r>
              <a:rPr sz="2000">
                <a:latin typeface="Times New Roman"/>
              </a:rPr>
              <a:t>Do not equate changed junction representation with changed total expression.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Resolved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Junction-level analysis resolved the apparent gene-expression conflict.</a:t>
            </a:r>
          </a:p>
          <a:p>
            <a:pPr/>
            <a:r>
              <a:rPr sz="2000">
                <a:latin typeface="Times New Roman"/>
              </a:rPr>
              <a:t>The interpretation should therefore refer to the informative junctions.</a:t>
            </a:r>
          </a:p>
          <a:p>
            <a:pPr/>
            <a:r>
              <a:rPr sz="2000">
                <a:latin typeface="Times New Roman"/>
              </a:rPr>
              <a:t>Avoid carrying the original conflict forward as evidence for opposing mechanisms.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Evidence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No numerical junction table is supplied in this readout.</a:t>
            </a:r>
          </a:p>
          <a:p>
            <a:pPr/>
            <a:r>
              <a:rPr sz="2000">
                <a:latin typeface="Times New Roman"/>
              </a:rPr>
              <a:t>No specific transcript identifier is assigned here without the source annotation.</a:t>
            </a:r>
          </a:p>
          <a:p>
            <a:pPr/>
            <a:r>
              <a:rPr sz="2000">
                <a:latin typeface="Times New Roman"/>
              </a:rPr>
              <a:t>The qualitative outcome supports experimental focus, rather than a quantitative effect claim.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Model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Ambiguously aligned reads can support more than one explanation.</a:t>
            </a:r>
          </a:p>
          <a:p>
            <a:pPr/>
            <a:r>
              <a:rPr sz="2000">
                <a:latin typeface="Times New Roman"/>
              </a:rPr>
              <a:t>Transcript annotation incompleteness limits reconstruction.</a:t>
            </a:r>
          </a:p>
          <a:p>
            <a:pPr/>
            <a:r>
              <a:rPr sz="2000">
                <a:latin typeface="Times New Roman"/>
              </a:rPr>
              <a:t>Neuronal sample composition can influence aggregate expression.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Focused validation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Does an independent measurement support the junction interpretation?</a:t>
            </a:r>
          </a:p>
          <a:p>
            <a:pPr/>
            <a:r>
              <a:rPr sz="2000">
                <a:latin typeface="Times New Roman"/>
              </a:rPr>
              <a:t>Select an assay that distinguishes the informative splice connection from shared transcript sequence.</a:t>
            </a:r>
          </a:p>
          <a:p>
            <a:pPr/>
            <a:r>
              <a:rPr sz="2000">
                <a:latin typeface="Times New Roman"/>
              </a:rPr>
              <a:t>Retain a gene-level measurement as context rather than the sole endpoint.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Proposed validation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Use junction-spanning primers where the sequence permits.</a:t>
            </a:r>
          </a:p>
          <a:p>
            <a:pPr/>
            <a:r>
              <a:rPr sz="2000">
                <a:latin typeface="Times New Roman"/>
              </a:rPr>
              <a:t>Include a shared-region assay and appropriate negative controls.</a:t>
            </a:r>
          </a:p>
          <a:p>
            <a:pPr/>
            <a:r>
              <a:rPr sz="2000">
                <a:latin typeface="Times New Roman"/>
              </a:rPr>
              <a:t>Assess specificity before interpreting biological samples.</a:t>
            </a:r>
          </a:p>
          <a:p>
            <a:pPr/>
            <a:r>
              <a:rPr sz="2000">
                <a:latin typeface="Times New Roman"/>
              </a:rPr>
              <a:t>Use matched material where available and preserve sample provenance.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Decision criteria for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Concordant junction evidence supports the reanalysis interpretation.</a:t>
            </a:r>
          </a:p>
          <a:p>
            <a:pPr/>
            <a:r>
              <a:rPr sz="2000">
                <a:latin typeface="Times New Roman"/>
              </a:rPr>
              <a:t>Discordance requires review of assay specificity, mapping and sample identity.</a:t>
            </a:r>
          </a:p>
          <a:p>
            <a:pPr/>
            <a:r>
              <a:rPr sz="2000">
                <a:latin typeface="Times New Roman"/>
              </a:rPr>
              <a:t>Do not resolve discordance by changing transcript labels after seeing the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Reproducibility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Dr E. Ostlund: junction-level interpretation.</a:t>
            </a:r>
          </a:p>
          <a:p>
            <a:pPr/>
            <a:r>
              <a:rPr sz="2000">
                <a:latin typeface="Times New Roman"/>
              </a:rPr>
              <a:t>Nadia Rahmani: input mapping and annotation provenance.</a:t>
            </a:r>
          </a:p>
          <a:p>
            <a:pPr/>
            <a:r>
              <a:rPr sz="2000">
                <a:latin typeface="Times New Roman"/>
              </a:rPr>
              <a:t>Dr T. Zawiernicki: final model-gate recommendation.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Analysis notebook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Retain input identifiers, alignment settings and annotation versions under QDATA2015-0400.</a:t>
            </a:r>
          </a:p>
          <a:p>
            <a:pPr/>
            <a:r>
              <a:rPr sz="2000">
                <a:latin typeface="Times New Roman"/>
              </a:rPr>
              <a:t>Preserve junction definitions and their connection to gene summaries.</a:t>
            </a:r>
          </a:p>
          <a:p>
            <a:pPr/>
            <a:r>
              <a:rPr sz="2000">
                <a:latin typeface="Times New Roman"/>
              </a:rPr>
              <a:t>Keep the interim conflict and final resolution dated and traceable.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Close QV.15.065 with the junction-level interpretation.</a:t>
            </a:r>
          </a:p>
          <a:p>
            <a:pPr/>
            <a:r>
              <a:rPr sz="2000">
                <a:latin typeface="Times New Roman"/>
              </a:rPr>
              <a:t>Proceed to a focused validation experiment.</a:t>
            </a:r>
          </a:p>
          <a:p>
            <a:pPr/>
            <a:r>
              <a:rPr sz="2000">
                <a:latin typeface="Times New Roman"/>
              </a:rPr>
              <a:t>Report computational resolution separately from experimental confirmation.</a:t>
            </a:r>
          </a:p>
          <a:p>
            <a:pPr/>
            <a:r>
              <a:rPr sz="2000">
                <a:latin typeface="Times New Roman"/>
              </a:rPr>
              <a:t>Dr T. Zawiernicki | 23 Dec 2015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Quenverell Computational Ltd</Company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QV.15.065 neuronal splice-junction reanalysis v2</dc:title>
  <dc:subject>NGS reanalysis and focused validation design</dc:subject>
  <dc:creator>Tomasz Zawiernicki</dc:creator>
  <cp:keywords>neuronal; RNA-seq; junction; validation</cp:keywords>
  <dc:description>generated using python-pptx</dc:description>
  <cp:lastModifiedBy>Tomasz Zawiernicki</cp:lastModifiedBy>
  <cp:revision>15</cp:revision>
  <dcterms:created xsi:type="dcterms:W3CDTF">2015-12-23T10:23:00Z</dcterms:created>
  <dcterms:modified xsi:type="dcterms:W3CDTF">2015-12-23T16:41:00Z</dcterms:modified>
  <cp:category/>
</cp:coreProperties>
</file>