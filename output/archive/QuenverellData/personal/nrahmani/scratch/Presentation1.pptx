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Candidate set: working notes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Quenverell Computational Ltd, a Tarnovell company | NS | 15 Feb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Data provenance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Source drops and versions to be listed here</a:t>
            </a:r>
          </a:p>
          <a:p>
            <a:pPr lvl="1"/>
            <a:r>
              <a:rPr sz="1700">
                <a:latin typeface="Arial"/>
              </a:rPr>
              <a:t>Record the data drop date and the acceptance decision for 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Candidate set: working notes</dc:title>
  <dc:subject>Working notes</dc:subject>
  <dc:creator>Nadia Rahmani</dc:creator>
  <cp:keywords>candidate set; data provenance</cp:keywords>
  <dc:description>generated using python-pptx</dc:description>
  <cp:lastModifiedBy>Nadia Rahmani</cp:lastModifiedBy>
  <cp:revision>10</cp:revision>
  <dcterms:created xsi:type="dcterms:W3CDTF">2024-02-15T10:23:00Z</dcterms:created>
  <dcterms:modified xsi:type="dcterms:W3CDTF">2024-02-15T16:41:00Z</dcterms:modified>
  <cp:category/>
</cp:coreProperties>
</file>