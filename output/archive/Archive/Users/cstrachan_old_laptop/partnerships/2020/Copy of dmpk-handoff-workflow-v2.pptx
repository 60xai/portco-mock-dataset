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 copy for the Quenverell partnership discussion, copied from Merrivoss’s internal DMPK hand-off deck. Source footer and old contact table retained for discussion; refresh before client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the hand-off. Modelling choices are a separate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Tomasz wants this wording on the first slide that shows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Nadia's checklist is the one to use. Keep the list short so people actually fill it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and its footer come from the source deck and are out of date. Replace with Quenverell contacts before this goes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Computational to exposure hand-off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Partnership discussion | Quenverell Computational Ltd, a Tarnovell company | 17/06/2020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Purpose of this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Agree where a candidate set leaves computational work and enters exposure testing</a:t>
            </a:r>
          </a:p>
          <a:p>
            <a:pPr/>
            <a:r>
              <a:rPr sz="2000">
                <a:latin typeface="Arial"/>
              </a:rPr>
              <a:t>Agree which data travels with each hand-off, and in what format</a:t>
            </a:r>
          </a:p>
          <a:p>
            <a:pPr/>
            <a:r>
              <a:rPr sz="2000">
                <a:latin typeface="Arial"/>
              </a:rPr>
              <a:t>Agree who owns the analysis steps that make a result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biological question comes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Each engagement starts from the target question and the decision it has to support</a:t>
            </a:r>
          </a:p>
          <a:p>
            <a:pPr/>
            <a:r>
              <a:rPr sz="2000">
                <a:latin typeface="Arial"/>
              </a:rPr>
              <a:t>The candidate set is defined by that question, not by what the library happens to contain</a:t>
            </a:r>
          </a:p>
          <a:p>
            <a:pPr lvl="1"/>
            <a:r>
              <a:rPr sz="1700">
                <a:latin typeface="Arial"/>
              </a:rPr>
              <a:t>Selection criteria written down before any scoring is run</a:t>
            </a:r>
          </a:p>
          <a:p>
            <a:pPr/>
            <a:r>
              <a:rPr sz="2000">
                <a:latin typeface="Arial"/>
              </a:rPr>
              <a:t>Data provenance recorded for every input: source library, version and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Stage 1: triage and docking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Virtual library triage, docking and hit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Triage and docking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Virtual library triage removes compounds failing the agreed property filters</a:t>
            </a:r>
          </a:p>
          <a:p>
            <a:pPr/>
            <a:r>
              <a:rPr sz="1800">
                <a:latin typeface="Arial"/>
              </a:rPr>
              <a:t>Docking scores reported in kcal/mol against a fixed receptor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Hit clustering groups the remaining compounds by scaffold</a:t>
            </a:r>
          </a:p>
          <a:p>
            <a:pPr/>
            <a:r>
              <a:rPr sz="1800">
                <a:latin typeface="Arial"/>
              </a:rPr>
              <a:t>Cluster representatives chosen by the medicinal chemistry team, not by score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Model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Docking poses are hypotheses about binding, not measurements</a:t>
            </a:r>
          </a:p>
          <a:p>
            <a:pPr/>
            <a:r>
              <a:rPr sz="2000">
                <a:latin typeface="Arial"/>
              </a:rPr>
              <a:t>Compare scores only under consistent model and scoring settings; even within a scaffold cluster, ranking is tentative until checked against experimental evidence</a:t>
            </a:r>
          </a:p>
          <a:p>
            <a:pPr/>
            <a:r>
              <a:rPr sz="2000">
                <a:latin typeface="Arial"/>
              </a:rPr>
              <a:t>Where two receptor models disagree on a pose, both are carried forward and flagged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Stage 2: the hand-off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What leaves Edinburgh and what the partner receives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Hand-off package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Check before sending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Candidate set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Spreadsheet with structure 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Scientific partnerships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Identifiers match the cluster output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Analysis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Versioned notebook, exported to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Computational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Notebook runs end to end from a clean environment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Docking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Pose files and score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Computational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Receptor model version stated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Provenance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One page technical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Data curation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Source versions and dates filled in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Assay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Engagement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Scientific partnerships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 sign-off on the selected set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Reproducibility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Analysis notebook pinned to the software versions used for the scoring run</a:t>
            </a:r>
          </a:p>
          <a:p>
            <a:pPr/>
            <a:r>
              <a:rPr sz="2000">
                <a:latin typeface="Arial"/>
              </a:rPr>
              <a:t>Random seeds recorded where a docking or clustering step uses them</a:t>
            </a:r>
          </a:p>
          <a:p>
            <a:pPr/>
            <a:r>
              <a:rPr sz="2000">
                <a:latin typeface="Arial"/>
              </a:rPr>
              <a:t>Any manual edit to the candidate set logged with a reason and a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Stage 3: exposure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Partner side of the hand-off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Quenverell needs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Measured exposure and clearance for tested compounds, with matrix, species, route and assay normalisation stated as applicable</a:t>
            </a:r>
          </a:p>
          <a:p>
            <a:pPr/>
            <a:r>
              <a:rPr sz="2000">
                <a:latin typeface="Arial"/>
              </a:rPr>
              <a:t>Notes on any compound that could not be tested, and why</a:t>
            </a:r>
          </a:p>
          <a:p>
            <a:pPr/>
            <a:r>
              <a:rPr sz="2000">
                <a:latin typeface="Arial"/>
              </a:rPr>
              <a:t>Data returned in the same identifiers as the candidate set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Feeding results back into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Results are added as a new data drop, not overwritten into the old one</a:t>
            </a:r>
          </a:p>
          <a:p>
            <a:pPr/>
            <a:r>
              <a:rPr sz="2000">
                <a:latin typeface="Arial"/>
              </a:rPr>
              <a:t>Model gate reviewed before any re-scoring is run</a:t>
            </a:r>
          </a:p>
          <a:p>
            <a:pPr lvl="1"/>
            <a:r>
              <a:rPr sz="1700">
                <a:latin typeface="Arial"/>
              </a:rPr>
              <a:t>Changes to the scoring weights recorded in the notebook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Open questions for the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Which receptor model the client wants used as the reference</a:t>
            </a:r>
          </a:p>
          <a:p>
            <a:pPr/>
            <a:r>
              <a:rPr sz="2000">
                <a:latin typeface="Arial"/>
              </a:rPr>
              <a:t>Format the partner can take the candidate set in</a:t>
            </a:r>
          </a:p>
          <a:p>
            <a:pPr/>
            <a:r>
              <a:rPr sz="2000">
                <a:latin typeface="Arial"/>
              </a:rPr>
              <a:t>How often data drops should happen during an engagement</a:t>
            </a:r>
          </a:p>
          <a:p>
            <a:pPr/>
            <a:r>
              <a:rPr sz="2000">
                <a:latin typeface="Arial"/>
              </a:rPr>
              <a:t>[TBC] who signs off the provenance note on the partner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Contacts (from the source deck)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Site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DMPK Study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Madison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DMPK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Madison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Bioanalytical Quality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Madison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Mass-Spectrometry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Madison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Agree the hand-off package contents on the call</a:t>
            </a:r>
          </a:p>
          <a:p>
            <a:pPr/>
            <a:r>
              <a:rPr sz="2000">
                <a:latin typeface="Arial"/>
              </a:rPr>
              <a:t>Share the provenance note template with the partner</a:t>
            </a:r>
          </a:p>
          <a:p>
            <a:pPr/>
            <a:r>
              <a:rPr sz="2000">
                <a:latin typeface="Arial"/>
              </a:rPr>
              <a:t>Revise this deck once the open questions are answered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Quenverell Computational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to exposure hand-off workflow</dc:title>
  <dc:subject>Partnership discussion</dc:subject>
  <dc:creator>Callum Strachan</dc:creator>
  <cp:keywords>hand-off; docking; candidate set; DMPK; reproducibility</cp:keywords>
  <dc:description>generated using python-pptx</dc:description>
  <cp:lastModifiedBy>Callum Strachan</cp:lastModifiedBy>
  <cp:revision>5</cp:revision>
  <dcterms:created xsi:type="dcterms:W3CDTF">2020-06-17T10:23:00Z</dcterms:created>
  <dcterms:modified xsi:type="dcterms:W3CDTF">2020-06-17T16:41:00Z</dcterms:modified>
  <cp:category/>
</cp:coreProperties>
</file>