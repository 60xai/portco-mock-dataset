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out of the client folders. For Alice and Leon to look at before Thursday.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Loading status is from the chamber log as of last week. Not checked against the LIMS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calendar is in the shared drive. This is my reading of it, so check against the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Saira has the current analytical slots. Confirm before we quote anything with a start in the new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records before the electronic archive are patchy, so anything older than 2011 is from memory and should be marked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Chamber capacity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Westravelle Analytical Ltd | Commercial | GB working draft, November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1 Why we are looking at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Requests for long-term storage have come in faster than the chamber programme was planned for</a:t>
            </a:r>
          </a:p>
          <a:p>
            <a:pPr/>
            <a:r>
              <a:rPr sz="2000">
                <a:latin typeface="Times New Roman"/>
              </a:rPr>
              <a:t>Several quotes in the autumn were turned down or cut back because we could not confirm a chamber slot</a:t>
            </a:r>
          </a:p>
          <a:p>
            <a:pPr/>
            <a:r>
              <a:rPr sz="2000">
                <a:latin typeface="Times New Roman"/>
              </a:rPr>
              <a:t>Need a plain view of what is booked, what is reserved and what is free before the next round of quotes</a:t>
            </a:r>
          </a:p>
          <a:p>
            <a:pPr lvl="1"/>
            <a:r>
              <a:rPr sz="1700">
                <a:latin typeface="Times New Roman"/>
              </a:rPr>
              <a:t>Figures here are capacity and scheduling only; no study results are in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2 Occupancy by chamber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Chamber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Programme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Loading status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Comment</a:t>
                      </a:r>
                    </a:p>
                  </a:txBody>
                  <a:tcPr>
                    <a:solidFill>
                      <a:srgbClr val="7354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Chamber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ICH long-term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Stability lots from two projects; no room for new lots until the 12 month pulls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Chamber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ICH intermediate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Partly reserved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Reserved for a protocol that has not yet started; ask Leon whether it is still 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Chamber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Accelerated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Free from 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Current lots pull out at the end of December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Chamber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Photostability and 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Booked by the method validation group in the same weeks as the cycling work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3 Pull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Pull points follow the protocol: they are not moved to suit a chamber</a:t>
            </a:r>
          </a:p>
          <a:p>
            <a:pPr/>
            <a:r>
              <a:rPr sz="1800">
                <a:latin typeface="Times New Roman"/>
              </a:rPr>
              <a:t>Pulls in the same week share a sample trip where possible</a:t>
            </a:r>
          </a:p>
          <a:p>
            <a:pPr/>
            <a:r>
              <a:rPr sz="1800">
                <a:latin typeface="Times New Roman"/>
              </a:rPr>
              <a:t>Late pulls are noted on the batch card with the reason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Chamber A pulls cluster at the year end, so new loading there is a poor idea before February</a:t>
            </a:r>
          </a:p>
          <a:p>
            <a:pPr/>
            <a:r>
              <a:rPr sz="1800">
                <a:latin typeface="Times New Roman"/>
              </a:rPr>
              <a:t>Chamber C has the most flexibility at present</a:t>
            </a:r>
          </a:p>
          <a:p>
            <a:pPr/>
            <a:r>
              <a:rPr sz="1800">
                <a:latin typeface="Times New Roman"/>
              </a:rPr>
              <a:t>Ask the stability coordinator before offering any start date that falls inside a pull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4 Lead-time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Quotes assume the standard lead time from the rate card, counted from signed protocol to first loading</a:t>
            </a:r>
          </a:p>
          <a:p>
            <a:pPr/>
            <a:r>
              <a:rPr sz="2000">
                <a:latin typeface="Times New Roman"/>
              </a:rPr>
              <a:t>Where a chamber is full, the quote assumes the next free slot and says so</a:t>
            </a:r>
          </a:p>
          <a:p>
            <a:pPr/>
            <a:r>
              <a:rPr sz="2000">
                <a:latin typeface="Times New Roman"/>
              </a:rPr>
              <a:t>Expedited starts are not offered for long-term storage</a:t>
            </a:r>
          </a:p>
          <a:p>
            <a:pPr lvl="1"/>
            <a:r>
              <a:rPr sz="1700">
                <a:latin typeface="Times New Roman"/>
              </a:rPr>
              <a:t>Do not promise a start date until the chamber log has been checked</a:t>
            </a:r>
          </a:p>
          <a:p>
            <a:pPr/>
            <a:r>
              <a:rPr sz="2000">
                <a:latin typeface="Times New Roman"/>
              </a:rPr>
              <a:t>Analytical capacity for the first pull is checked with the QC method validation lead, not assumed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5 Open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Is the Chamber B reservation still live</a:t>
            </a:r>
          </a:p>
          <a:p>
            <a:pPr/>
            <a:r>
              <a:rPr sz="2000">
                <a:latin typeface="Times New Roman"/>
              </a:rPr>
              <a:t>Whether the rate card lead time still matches what the labs can actually do</a:t>
            </a:r>
          </a:p>
          <a:p>
            <a:pPr/>
            <a:r>
              <a:rPr sz="2000">
                <a:latin typeface="Times New Roman"/>
              </a:rPr>
              <a:t>Who signs off a deviation from the standard lead time: Alice or the QA side</a:t>
            </a:r>
          </a:p>
          <a:p>
            <a:pPr/>
            <a:r>
              <a:rPr sz="2000">
                <a:latin typeface="Times New Roman"/>
              </a:rPr>
              <a:t>Whether the old chamber log entries from before 2011 are worth keeping in the summary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735434"/>
                </a:solidFill>
                <a:latin typeface="Arial"/>
              </a:rPr>
              <a:t>6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Leon to confirm the Chamber B reservation and the Chamber C start</a:t>
            </a:r>
          </a:p>
          <a:p>
            <a:pPr/>
            <a:r>
              <a:rPr sz="2000">
                <a:latin typeface="Times New Roman"/>
              </a:rPr>
              <a:t>Saira to confirm analytical slots for the pulls that fall in January</a:t>
            </a:r>
          </a:p>
          <a:p>
            <a:pPr/>
            <a:r>
              <a:rPr sz="2000">
                <a:latin typeface="Times New Roman"/>
              </a:rPr>
              <a:t>Gareth to redraft the lead-time paragraph for the rate card</a:t>
            </a:r>
          </a:p>
          <a:p>
            <a:pPr lvl="1"/>
            <a:r>
              <a:rPr sz="1700">
                <a:latin typeface="Times New Roman"/>
              </a:rPr>
              <a:t>Circulate to Alice before the next quote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3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Westravelle Analytical Ltd | Confidential 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Westravelle Analytical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Chamber capacity review</dc:title>
  <dc:subject>Commercial capacity review</dc:subject>
  <dc:creator>Gareth Bramwell</dc:creator>
  <cp:keywords>stability; chambers; capacity; pull windows; quoting</cp:keywords>
  <dc:description>generated using python-pptx</dc:description>
  <cp:lastModifiedBy>Gareth Bramwell</cp:lastModifiedBy>
  <cp:revision>5</cp:revision>
  <dcterms:created xsi:type="dcterms:W3CDTF">2016-11-25T10:24:00Z</dcterms:created>
  <dcterms:modified xsi:type="dcterms:W3CDTF">2016-11-25T16:38:00Z</dcterms:modified>
  <cp:category/>
</cp:coreProperties>
</file>