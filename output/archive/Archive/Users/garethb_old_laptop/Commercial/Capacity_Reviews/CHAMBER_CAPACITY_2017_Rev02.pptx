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 review copy for 2017 planning. Kept on my laptop; use the live chamber and pull records when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Alice and Leon at the quote review. Keep client result reports out of this copy.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these together. A pull date alone is not a chamber vacancy date; remaining samples may still occupy the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current pull calendar, not dates copied into an old commercial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fixed loading interval is established here. Confirm with Alice if the requested timing depends on an exception to normal arrangements.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My reminder: do not turn an old calendar entry into a promise. Earlier paper records are incomplete; use current confirmed bookings for 2017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Chamber capacity review 2017 — Rev02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Westravelle Analytical Ltd | Gareth Bramwell | 25 Nov 2016 | Personal meeting copy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1 Why we are looking at this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Commercial review for the next year: distinguish occupied storage, reservations and space available for new stability lots</a:t>
            </a:r>
          </a:p>
          <a:p>
            <a:pPr/>
            <a:r>
              <a:rPr sz="2000">
                <a:latin typeface="Times New Roman"/>
              </a:rPr>
              <a:t>Record occupancy by storage condition and stability lot in the chamber loading record; keep client analytical results out of the commercial summary</a:t>
            </a:r>
          </a:p>
          <a:p>
            <a:pPr/>
            <a:r>
              <a:rPr sz="2000">
                <a:latin typeface="Times New Roman"/>
              </a:rPr>
              <a:t>Check chamber space and analytical capacity before offering a start date</a:t>
            </a:r>
          </a:p>
          <a:p>
            <a:pPr lvl="1"/>
            <a:r>
              <a:rPr sz="1700">
                <a:latin typeface="Times New Roman"/>
              </a:rPr>
              <a:t>This review sets the booking checks; it does not certify current free capacity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2 Occupancy and reservations — source records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77295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2743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Record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Capacity information to check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Times New Roman"/>
                        </a:rPr>
                        <a:t>Commercial use</a:t>
                      </a:r>
                    </a:p>
                  </a:txBody>
                  <a:tcPr>
                    <a:solidFill>
                      <a:srgbClr val="7354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Chamber loading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Storage condition, occupied space and stability-lot locations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Identify usable space for the proposed storage condition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Reservation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Proposed loading, reservation status and booking authority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Distinguish a reservation from confirmed loading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Protocol and pull calendar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Reserved pull windows and scheduled sample withdrawals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Check the loading plan against scheduled work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Sample retention and disposal record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Material that must remain after a pull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Times New Roman"/>
                        </a:rPr>
                        <a:t>Do not assume a pull frees storage space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3 Pull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Pull points and permitted windows follow the signed protocol</a:t>
            </a:r>
          </a:p>
          <a:p>
            <a:pPr/>
            <a:r>
              <a:rPr sz="1800">
                <a:latin typeface="Times New Roman"/>
              </a:rPr>
              <a:t>Coordinate sample handling within those windows without changing the required storage exposure</a:t>
            </a:r>
          </a:p>
          <a:p>
            <a:pPr/>
            <a:r>
              <a:rPr sz="1800">
                <a:latin typeface="Times New Roman"/>
              </a:rPr>
              <a:t>Late or missed pulls require a deviation note and an assessment of their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Review clustered pulls against analyst and method availability</a:t>
            </a:r>
          </a:p>
          <a:p>
            <a:pPr/>
            <a:r>
              <a:rPr sz="1800">
                <a:latin typeface="Times New Roman"/>
              </a:rPr>
              <a:t>Treat storage space and pull-testing capacity as separate booking constraints</a:t>
            </a:r>
          </a:p>
          <a:p>
            <a:pPr/>
            <a:r>
              <a:rPr sz="1800">
                <a:latin typeface="Times New Roman"/>
              </a:rPr>
              <a:t>Confirm reservations with Leon before offering a loading 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4 Lead-time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Quote timing starts from the agreed prerequisites: signed protocol, sample receipt and confirmed storage allocation</a:t>
            </a:r>
          </a:p>
          <a:p>
            <a:pPr/>
            <a:r>
              <a:rPr sz="2000">
                <a:latin typeface="Times New Roman"/>
              </a:rPr>
              <a:t>State dependencies on chamber availability and analytical capacity in the quote</a:t>
            </a:r>
          </a:p>
          <a:p>
            <a:pPr/>
            <a:r>
              <a:rPr sz="2000">
                <a:latin typeface="Times New Roman"/>
              </a:rPr>
              <a:t>Treat any proposed expedited start as a separate capacity check before making a commitment</a:t>
            </a:r>
          </a:p>
          <a:p>
            <a:pPr lvl="1"/>
            <a:r>
              <a:rPr sz="1700">
                <a:latin typeface="Times New Roman"/>
              </a:rPr>
              <a:t>Confirm a start date from current booking records; this review supplies no standard lead-time figure</a:t>
            </a:r>
          </a:p>
          <a:p>
            <a:pPr/>
            <a:r>
              <a:rPr sz="2000">
                <a:latin typeface="Times New Roman"/>
              </a:rPr>
              <a:t>Saira to confirm method readiness and analytical availability for the planned pulls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735434"/>
                </a:solidFill>
                <a:latin typeface="Arial"/>
              </a:rPr>
              <a:t>5 Quote review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Leon: confirm current occupancy, reservation status and the proposed pull windows from the source records</a:t>
            </a:r>
          </a:p>
          <a:p>
            <a:pPr/>
            <a:r>
              <a:rPr sz="2000">
                <a:latin typeface="Times New Roman"/>
              </a:rPr>
              <a:t>Saira: confirm analytical capacity and method readiness for those windows</a:t>
            </a:r>
          </a:p>
          <a:p>
            <a:pPr/>
            <a:r>
              <a:rPr sz="2000">
                <a:latin typeface="Times New Roman"/>
              </a:rPr>
              <a:t>Gareth: state the confirmed timing dependencies in the quotation</a:t>
            </a:r>
          </a:p>
          <a:p>
            <a:pPr/>
            <a:r>
              <a:rPr sz="2000">
                <a:latin typeface="Times New Roman"/>
              </a:rPr>
              <a:t>Alice: resolve capacity exceptions before a commercial commitment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7354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Westravelle Analytical Ltd | Confidential   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Westravelle Analytical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Chamber capacity review 2017 — Rev02</dc:title>
  <dc:subject>Commercial capacity review</dc:subject>
  <dc:creator>Gareth Bramwell</dc:creator>
  <cp:keywords>stability; chambers; capacity; pull windows; quoting</cp:keywords>
  <dc:description>generated using python-pptx</dc:description>
  <cp:lastModifiedBy>Gareth Bramwell</cp:lastModifiedBy>
  <cp:revision>5</cp:revision>
  <dcterms:created xsi:type="dcterms:W3CDTF">2016-11-25T10:24:00Z</dcterms:created>
  <dcterms:modified xsi:type="dcterms:W3CDTF">2016-11-25T16:38:00Z</dcterms:modified>
  <cp:category/>
</cp:coreProperties>
</file>