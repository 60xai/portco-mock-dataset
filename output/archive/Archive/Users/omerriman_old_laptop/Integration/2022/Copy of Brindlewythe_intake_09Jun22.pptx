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Copied contact box is obsolete. Andrew May and Clara Fenwick are Vellacombe handover annotations; confirm the source contacts before reissuing.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Copied from Brindlewythe 2021 intake training. Vellacombe handover: check accession and storage instructions locally before reuse. Personal copy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Sample intake: training for new starters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Vellacombe Discovery Ltd, a Tarnovell company | 09 Jun 2022 | Copy of Brindlewythe 2021 training — superseded working copy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Why intake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Every sample we receive is logged before anyone weighs it</a:t>
            </a:r>
          </a:p>
          <a:p>
            <a:pPr/>
            <a:r>
              <a:rPr sz="2000">
                <a:latin typeface="Arial"/>
              </a:rPr>
              <a:t>A sample without a LIMS accession cannot be tracked into a delivery lot</a:t>
            </a:r>
          </a:p>
          <a:p>
            <a:pPr/>
            <a:r>
              <a:rPr sz="2000">
                <a:latin typeface="Arial"/>
              </a:rPr>
              <a:t>Most intake queries come from samples that arrived with incomplete paperwork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Receiving a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Check the courier note against the sample manifest before signing</a:t>
            </a:r>
          </a:p>
          <a:p>
            <a:pPr/>
            <a:r>
              <a:rPr sz="2000">
                <a:latin typeface="Arial"/>
              </a:rPr>
              <a:t>Note any broken or leaking containers on the receipt sheet, with a photo</a:t>
            </a:r>
          </a:p>
          <a:p>
            <a:pPr lvl="1"/>
            <a:r>
              <a:rPr sz="1700">
                <a:latin typeface="Arial"/>
              </a:rPr>
              <a:t>Cold-chain items go promptly to storage at the temperature specified for the sample</a:t>
            </a:r>
          </a:p>
          <a:p>
            <a:pPr/>
            <a:r>
              <a:rPr sz="2000">
                <a:latin typeface="Arial"/>
              </a:rPr>
              <a:t>Ring the partner's contact if the manifest and the containers disagree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Logging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Accession number issued on receipt, not before</a:t>
            </a:r>
          </a:p>
          <a:p>
            <a:pPr/>
            <a:r>
              <a:rPr sz="1800">
                <a:latin typeface="Arial"/>
              </a:rPr>
              <a:t>Client reference copied exactly as written on the manifest</a:t>
            </a:r>
          </a:p>
          <a:p>
            <a:pPr/>
            <a:r>
              <a:rPr sz="1800">
                <a:latin typeface="Arial"/>
              </a:rPr>
              <a:t>Container type recorded separately from sample mass (mg) or liquid volume (mL)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Storage location entered in LIMS before the sample leaves the desk</a:t>
            </a:r>
          </a:p>
          <a:p>
            <a:pPr/>
            <a:r>
              <a:rPr sz="1800">
                <a:latin typeface="Arial"/>
              </a:rPr>
              <a:t>Handwritten masses are transcribed twice and initialled</a:t>
            </a:r>
          </a:p>
          <a:p>
            <a:pPr/>
            <a:r>
              <a:rPr sz="1800">
                <a:latin typeface="Arial"/>
              </a:rPr>
              <a:t>Anything unclear goes to Andrew May the same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Storage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Sample type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Storage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Intermediates, solids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As specified on the sample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Confirm moisture and temperature requirements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Solutions in DMSO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As specified on the sample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Confirm temperature; check seal at logging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Light-sensitive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Light-protected storage as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Confirm temperature as well as light protection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Cold-chain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Storage at the specified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Receipt condition and temperature log recorded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Chain of custody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Every move between the bench and storage is recorded in LIMS</a:t>
            </a:r>
          </a:p>
          <a:p>
            <a:pPr/>
            <a:r>
              <a:rPr sz="2000">
                <a:latin typeface="Arial"/>
              </a:rPr>
              <a:t>The person who moves a sample initials the move</a:t>
            </a:r>
          </a:p>
          <a:p>
            <a:pPr/>
            <a:r>
              <a:rPr sz="2000">
                <a:latin typeface="Arial"/>
              </a:rPr>
              <a:t>Samples leaving the building go out with a signed transfer note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When something goes wrong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Damaged or unlabelled sample: quarantine it and tell the team lead</a:t>
            </a:r>
          </a:p>
          <a:p>
            <a:pPr/>
            <a:r>
              <a:rPr sz="2000">
                <a:latin typeface="Arial"/>
              </a:rPr>
              <a:t>Missing sample: search the storage log before raising it</a:t>
            </a:r>
          </a:p>
          <a:p>
            <a:pPr/>
            <a:r>
              <a:rPr sz="2000">
                <a:latin typeface="Arial"/>
              </a:rPr>
              <a:t>Never relabel a sample from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Sample desk: Andrew May, Sample Management Coordinator</a:t>
            </a:r>
          </a:p>
          <a:p>
            <a:pPr/>
            <a:r>
              <a:rPr sz="2000">
                <a:latin typeface="Arial"/>
              </a:rPr>
              <a:t>Analytical release questions: Clara Fenwick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Sample desk contact box - still shows the sender's old phone list. Update before issue.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Quick check before you 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Manifest matches the courier note</a:t>
            </a:r>
          </a:p>
          <a:p>
            <a:pPr/>
            <a:r>
              <a:rPr sz="2000">
                <a:latin typeface="Arial"/>
              </a:rPr>
              <a:t>Every container has a label and a client reference</a:t>
            </a:r>
          </a:p>
          <a:p>
            <a:pPr/>
            <a:r>
              <a:rPr sz="2000">
                <a:latin typeface="Arial"/>
              </a:rPr>
              <a:t>Storage location logged</a:t>
            </a:r>
          </a:p>
          <a:p>
            <a:pPr/>
            <a:r>
              <a:rPr sz="2000">
                <a:latin typeface="Arial"/>
              </a:rPr>
              <a:t>Samples you could not place are flagged, not stored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intake training</dc:title>
  <dc:subject>Sample intake</dc:subject>
  <dc:creator>Owen Merriman</dc:creator>
  <cp:keywords>sample intake; LIMS; training; storage</cp:keywords>
  <dc:description>generated using python-pptx</dc:description>
  <cp:lastModifiedBy>Owen Merriman</cp:lastModifiedBy>
  <cp:revision>16</cp:revision>
  <dcterms:created xsi:type="dcterms:W3CDTF">2022-06-09T10:23:00Z</dcterms:created>
  <dcterms:modified xsi:type="dcterms:W3CDTF">2022-06-09T16:42:00Z</dcterms:modified>
  <cp:category/>
</cp:coreProperties>
</file>