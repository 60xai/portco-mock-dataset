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Adapted from the Brindlewythe 2021 intake pack. Remove any leftover wording from that pack before this goes to new starters.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2057400"/>
            <a:ext cx="10728655" cy="1463040"/>
          </a:xfrm>
        </p:spPr>
        <p:txBody>
          <a:bodyPr/>
          <a:lstStyle/>
          <a:p>
            <a:r>
              <a:rPr sz="4000" b="1">
                <a:solidFill>
                  <a:srgbClr val="FFFFFF"/>
                </a:solidFill>
                <a:latin typeface="Arial"/>
              </a:rPr>
              <a:t>Sample intake: training for new starters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3611880"/>
            <a:ext cx="10728655" cy="1097280"/>
          </a:xfrm>
        </p:spPr>
        <p:txBody>
          <a:bodyPr/>
          <a:lstStyle/>
          <a:p>
            <a:r>
              <a:rPr sz="2000">
                <a:solidFill>
                  <a:srgbClr val="EBEBEB"/>
                </a:solidFill>
                <a:latin typeface="Arial"/>
              </a:rPr>
              <a:t>Vellacombe Discovery Ltd, a Tarnovell company | 09 Jun 2022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Why intake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Every sample we receive is logged before anyone weighs it</a:t>
            </a:r>
          </a:p>
          <a:p>
            <a:pPr/>
            <a:r>
              <a:rPr sz="2000">
                <a:latin typeface="Arial"/>
              </a:rPr>
              <a:t>A sample without a LIMS accession cannot be tracked into a delivery lot</a:t>
            </a:r>
          </a:p>
          <a:p>
            <a:pPr/>
            <a:r>
              <a:rPr sz="2000">
                <a:latin typeface="Arial"/>
              </a:rPr>
              <a:t>Most intake queries come from samples that arrived with incomplete paperwork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Vellacombe Discovery Ltd, a Tarnovell company | Confidential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Receiving a delivery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Check the courier note against the sample manifest before signing</a:t>
            </a:r>
          </a:p>
          <a:p>
            <a:pPr/>
            <a:r>
              <a:rPr sz="2000">
                <a:latin typeface="Arial"/>
              </a:rPr>
              <a:t>Note any broken or leaking containers on the receipt sheet, with a photo</a:t>
            </a:r>
          </a:p>
          <a:p>
            <a:pPr lvl="1"/>
            <a:r>
              <a:rPr sz="1700">
                <a:latin typeface="Arial"/>
              </a:rPr>
              <a:t>Cold-chain items go straight to the controlled storage room</a:t>
            </a:r>
          </a:p>
          <a:p>
            <a:pPr/>
            <a:r>
              <a:rPr sz="2000">
                <a:latin typeface="Arial"/>
              </a:rPr>
              <a:t>Ring the partner's contact if the manifest and the containers disagree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Vellacombe Discovery Ltd, a Tarnovell company | Confidential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Logging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457200" y="1280160"/>
            <a:ext cx="5547207" cy="4937760"/>
          </a:xfrm>
        </p:spPr>
        <p:txBody>
          <a:bodyPr wrap="square">
            <a:noAutofit/>
          </a:bodyPr>
          <a:lstStyle/>
          <a:p>
            <a:pPr/>
            <a:r>
              <a:rPr sz="1800">
                <a:latin typeface="Arial"/>
              </a:rPr>
              <a:t>Accession number issued on receipt, not before</a:t>
            </a:r>
          </a:p>
          <a:p>
            <a:pPr/>
            <a:r>
              <a:rPr sz="1800">
                <a:latin typeface="Arial"/>
              </a:rPr>
              <a:t>Client reference copied exactly as written on the manifest</a:t>
            </a:r>
          </a:p>
          <a:p>
            <a:pPr/>
            <a:r>
              <a:rPr sz="1800">
                <a:latin typeface="Arial"/>
              </a:rPr>
              <a:t>Container type and fill volume recorded in mg or mL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187287" y="1280160"/>
            <a:ext cx="5547207" cy="4937760"/>
          </a:xfrm>
        </p:spPr>
        <p:txBody>
          <a:bodyPr wrap="square">
            <a:noAutofit/>
          </a:bodyPr>
          <a:lstStyle/>
          <a:p>
            <a:pPr/>
            <a:r>
              <a:rPr sz="1800">
                <a:latin typeface="Arial"/>
              </a:rPr>
              <a:t>Storage location entered in LIMS before the sample leaves the desk</a:t>
            </a:r>
          </a:p>
          <a:p>
            <a:pPr/>
            <a:r>
              <a:rPr sz="1800">
                <a:latin typeface="Arial"/>
              </a:rPr>
              <a:t>Handwritten masses are transcribed twice and initialled</a:t>
            </a:r>
          </a:p>
          <a:p>
            <a:pPr/>
            <a:r>
              <a:rPr sz="1800">
                <a:latin typeface="Arial"/>
              </a:rPr>
              <a:t>Anything unclear goes to Andrew May the same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Vellacombe Discovery Ltd, a Tarnovell company | Confidential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Storage conditions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27729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2743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Sample type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Storage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Check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Intermediates, solids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Ambient, desiccated cabinet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Label legible on receipt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Solutions in DMSO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Freezer, screw-cap vials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Seal checked at logging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Light-sensitive material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Amber vials, dark cabinet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Wrapped before storage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Cold-chain items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Controlled storage room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Temperature log initialled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Vellacombe Discovery Ltd, a Tarnovell company | Confidential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Chain of custody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Every move between the bench and storage is recorded in LIMS</a:t>
            </a:r>
          </a:p>
          <a:p>
            <a:pPr/>
            <a:r>
              <a:rPr sz="2000">
                <a:latin typeface="Arial"/>
              </a:rPr>
              <a:t>The person who moves a sample initials the move</a:t>
            </a:r>
          </a:p>
          <a:p>
            <a:pPr/>
            <a:r>
              <a:rPr sz="2000">
                <a:latin typeface="Arial"/>
              </a:rPr>
              <a:t>Samples leaving the building go out with a signed transfer note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Vellacombe Discovery Ltd, a Tarnovell company | Confidential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When something goes wrong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Damaged or unlabelled sample: quarantine it and tell the team lead</a:t>
            </a:r>
          </a:p>
          <a:p>
            <a:pPr/>
            <a:r>
              <a:rPr sz="2000">
                <a:latin typeface="Arial"/>
              </a:rPr>
              <a:t>Missing sample: search the storage log before raising it</a:t>
            </a:r>
          </a:p>
          <a:p>
            <a:pPr/>
            <a:r>
              <a:rPr sz="2000">
                <a:latin typeface="Arial"/>
              </a:rPr>
              <a:t>Never relabel a sample from memory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Vellacombe Discovery Ltd, a Tarnovell company | Confidential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Contacts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Sample desk: Andrew May, Sample Management Coordinator</a:t>
            </a:r>
          </a:p>
          <a:p>
            <a:pPr/>
            <a:r>
              <a:rPr sz="2000">
                <a:latin typeface="Arial"/>
              </a:rPr>
              <a:t>Analytical release questions: Clara Fenwick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Sample desk contact box - still shows the sender's old phone list. Update before issue.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Quick check before you 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Manifest matches the courier note</a:t>
            </a:r>
          </a:p>
          <a:p>
            <a:pPr/>
            <a:r>
              <a:rPr sz="2000">
                <a:latin typeface="Arial"/>
              </a:rPr>
              <a:t>Every container has a label and a client reference</a:t>
            </a:r>
          </a:p>
          <a:p>
            <a:pPr/>
            <a:r>
              <a:rPr sz="2000">
                <a:latin typeface="Arial"/>
              </a:rPr>
              <a:t>Storage location logged</a:t>
            </a:r>
          </a:p>
          <a:p>
            <a:pPr/>
            <a:r>
              <a:rPr sz="2000">
                <a:latin typeface="Arial"/>
              </a:rPr>
              <a:t>Samples you could not place are flagged, not stored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Vellacombe Discovery Ltd, a Tarnovell company | Confidential   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LinksUpToDate>false</LinksUpToDate>
  <SharedDoc>false</SharedDoc>
  <HyperlinkBase/>
  <HyperlinksChanged>false</HyperlinksChanged>
  <Company>Tarnovell Bioscience Group Ltd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Sample intake training</dc:title>
  <dc:subject>Sample intake</dc:subject>
  <dc:creator>Owen Merriman</dc:creator>
  <cp:keywords>sample intake; LIMS; training; storage</cp:keywords>
  <dc:description>generated using python-pptx</dc:description>
  <cp:lastModifiedBy>Owen Merriman</cp:lastModifiedBy>
  <cp:revision>16</cp:revision>
  <dcterms:created xsi:type="dcterms:W3CDTF">2022-06-09T10:23:00Z</dcterms:created>
  <dcterms:modified xsi:type="dcterms:W3CDTF">2022-06-09T16:42:00Z</dcterms:modified>
  <cp:category/>
</cp:coreProperties>
</file>