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for my own use while we tidy the routing. Do not send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OLD. The routing sheet was dropped after the move. Keep only for the history of the card numbering.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Duplicate of the previous slide. I pasted it twice when I was moving the slides about. Delete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Personal list. Not the same as the group workflow sheet on the shared drive, which I have not updated.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Screening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Times New Roman"/>
              </a:rPr>
              <a:t>Brindlewythe Biosciences Ltd | Working copy, February 2013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Stages from sample card to screen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Sample card issued when the test lot is logged in</a:t>
            </a:r>
          </a:p>
          <a:p>
            <a:pPr/>
            <a:r>
              <a:rPr sz="2000">
                <a:latin typeface="Times New Roman"/>
              </a:rPr>
              <a:t>Test lot released to the bench once the card is signed</a:t>
            </a:r>
          </a:p>
          <a:p>
            <a:pPr/>
            <a:r>
              <a:rPr sz="2000">
                <a:latin typeface="Times New Roman"/>
              </a:rPr>
              <a:t>Plate acceptance before any compound read</a:t>
            </a:r>
          </a:p>
          <a:p>
            <a:pPr lvl="1"/>
            <a:r>
              <a:rPr sz="1700">
                <a:latin typeface="Times New Roman"/>
              </a:rPr>
              <a:t>Acceptance is on the run sheet, not in the notebook</a:t>
            </a:r>
          </a:p>
          <a:p>
            <a:pPr/>
            <a:r>
              <a:rPr sz="2000">
                <a:latin typeface="Times New Roman"/>
              </a:rPr>
              <a:t>Screening set run and reviewed by the study director</a:t>
            </a:r>
          </a:p>
          <a:p>
            <a:pPr/>
            <a:r>
              <a:rPr sz="2000">
                <a:latin typeface="Times New Roman"/>
              </a:rPr>
              <a:t>Screen gate decision recorded in the biology memo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Workflow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884" y="1280160"/>
            <a:ext cx="3241926" cy="50291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Sample card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Cards printed at reception and filed by study code</a:t>
            </a:r>
          </a:p>
          <a:p>
            <a:pPr/>
            <a:r>
              <a:rPr sz="2000">
                <a:latin typeface="Times New Roman"/>
              </a:rPr>
              <a:t>A routing sheet travels with the card to the bench</a:t>
            </a:r>
          </a:p>
          <a:p>
            <a:pPr lvl="1"/>
            <a:r>
              <a:rPr sz="1700">
                <a:latin typeface="Times New Roman"/>
              </a:rPr>
              <a:t>Routing sheet is the old paper form, still in use on the medium plates</a:t>
            </a:r>
          </a:p>
          <a:p>
            <a:pPr/>
            <a:r>
              <a:rPr sz="2000">
                <a:latin typeface="Times New Roman"/>
              </a:rPr>
              <a:t>Cards are returned to the study folder after the screen gate</a:t>
            </a:r>
          </a:p>
          <a:p>
            <a:pPr lvl="1"/>
            <a:r>
              <a:rPr sz="1700">
                <a:latin typeface="Times New Roman"/>
              </a:rPr>
              <a:t>Obsolete since the move: do not use this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Plate acceptance and screen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Plate acceptance answers whether the controls behaved</a:t>
            </a:r>
          </a:p>
          <a:p>
            <a:pPr/>
            <a:r>
              <a:rPr sz="1800">
                <a:latin typeface="Times New Roman"/>
              </a:rPr>
              <a:t>Accepted plates go into the screening set</a:t>
            </a:r>
          </a:p>
          <a:p>
            <a:pPr/>
            <a:r>
              <a:rPr sz="1800">
                <a:latin typeface="Times New Roman"/>
              </a:rPr>
              <a:t>Failed plates are rerun or excluded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Times New Roman"/>
              </a:rPr>
              <a:t>Screen gate answers whether the compounds go forward</a:t>
            </a:r>
          </a:p>
          <a:p>
            <a:pPr/>
            <a:r>
              <a:rPr sz="1800">
                <a:latin typeface="Times New Roman"/>
              </a:rPr>
              <a:t>Gate decisions are signed by the study director</a:t>
            </a:r>
          </a:p>
          <a:p>
            <a:pPr/>
            <a:r>
              <a:rPr sz="1800">
                <a:latin typeface="Times New Roman"/>
              </a:rPr>
              <a:t>Mechanism is discussed separately in the memo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Screen gate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86" y="1280160"/>
            <a:ext cx="328832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Screen gate flow (second copy)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86" y="1280160"/>
            <a:ext cx="3288323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Who signs each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Stage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Owner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Record</a:t>
                      </a:r>
                    </a:p>
                  </a:txBody>
                  <a:tcPr>
                    <a:solidFill>
                      <a:srgbClr val="683C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Sample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Reception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Card number on the test lot log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Plate acceptance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Bench biologist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Run sheet, signed and dated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Screening set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Ines Alvarado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Acceptance summary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Screen gate 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Anika Veldershain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Times New Roman"/>
                        </a:rPr>
                        <a:t>Biology memo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683C57"/>
                </a:solidFill>
                <a:latin typeface="Arial"/>
              </a:rPr>
              <a:t>Changes to make before the next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Times New Roman"/>
              </a:rPr>
              <a:t>Replace the routing slide with the card-only flow</a:t>
            </a:r>
          </a:p>
          <a:p>
            <a:pPr/>
            <a:r>
              <a:rPr sz="2000">
                <a:latin typeface="Times New Roman"/>
              </a:rPr>
              <a:t>Remove the duplicate screen gate slide</a:t>
            </a:r>
          </a:p>
          <a:p>
            <a:pPr/>
            <a:r>
              <a:rPr sz="2000">
                <a:latin typeface="Times New Roman"/>
              </a:rPr>
              <a:t>Check the owner column with Bethany before it goes 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83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Times New Roman"/>
              </a:rPr>
              <a:t>Brindlewythe Biosciences Ltd | Confidential 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Brindlewythe Biosciences Ltd</Company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Screening workflow (working copy)</dc:title>
  <dc:subject>Screening workflow from sample card to screen gate</dc:subject>
  <dc:creator>Martin Ellerscombe</dc:creator>
  <cp:keywords>screening workflow; sample card; screen gate; plate acceptance</cp:keywords>
  <dc:description>generated using python-pptx</dc:description>
  <cp:lastModifiedBy>Martin Ellerscombe</cp:lastModifiedBy>
  <cp:revision>7</cp:revision>
  <dcterms:created xsi:type="dcterms:W3CDTF">2013-02-19T10:41:00Z</dcterms:created>
  <dcterms:modified xsi:type="dcterms:W3CDTF">2013-02-19T13:53:00Z</dcterms:modified>
  <cp:category/>
</cp:coreProperties>
</file>