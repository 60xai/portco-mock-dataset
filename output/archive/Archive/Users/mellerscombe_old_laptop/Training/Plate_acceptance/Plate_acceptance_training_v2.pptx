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 version after the September review. v1 is in the Training folder; use this one for the new starters.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AV: is the reference titration still on every plate or only on the first plate of a set? Check before the next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ME: the drift chart template is on the shared drive under Biology. The old copy in my folder is out of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Reviewer query for Anika: confirm repeat limits for this assay before the next course; do not apply these slides to hepatocyte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for circulation. Mostly for me and Ines before the next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683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7680960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Plate acceptance for primary potency screens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7680960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Times New Roman"/>
              </a:rPr>
              <a:t>Brindlewythe Biosciences Ltd | Biology training, v2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8321040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683C57"/>
                </a:solidFill>
                <a:latin typeface="Arial"/>
              </a:rPr>
              <a:t>Why plate acceptance comes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8229600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A plate is accepted before any compound on it is read for potency</a:t>
            </a:r>
          </a:p>
          <a:p>
            <a:pPr/>
            <a:r>
              <a:rPr sz="2000">
                <a:latin typeface="Times New Roman"/>
              </a:rPr>
              <a:t>Accepting a plate means the controls behaved as the protocol expects</a:t>
            </a:r>
          </a:p>
          <a:p>
            <a:pPr lvl="1"/>
            <a:r>
              <a:rPr sz="1700">
                <a:latin typeface="Times New Roman"/>
              </a:rPr>
              <a:t>Acceptance is recorded on the run sheet, not in the bench notebook</a:t>
            </a:r>
          </a:p>
          <a:p>
            <a:pPr/>
            <a:r>
              <a:rPr sz="2000">
                <a:latin typeface="Times New Roman"/>
              </a:rPr>
              <a:t>A failed plate is rerun or excluded; it is never averaged into the 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83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412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Brindlewythe Biosciences Ltd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8321040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683C57"/>
                </a:solidFill>
                <a:latin typeface="Arial"/>
              </a:rPr>
              <a:t>Controls on every 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8229600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Positive control: reference kinase inhibitor at full response, duplicate wells across the plate</a:t>
            </a:r>
          </a:p>
          <a:p>
            <a:pPr/>
            <a:r>
              <a:rPr sz="2000">
                <a:latin typeface="Times New Roman"/>
              </a:rPr>
              <a:t>Negative control: vehicle only, same DMSO as the test wells</a:t>
            </a:r>
          </a:p>
          <a:p>
            <a:pPr lvl="1"/>
            <a:r>
              <a:rPr sz="1700">
                <a:latin typeface="Times New Roman"/>
              </a:rPr>
              <a:t>Keep the DMSO percentage identical across the plate</a:t>
            </a:r>
          </a:p>
          <a:p>
            <a:pPr/>
            <a:r>
              <a:rPr sz="2000">
                <a:latin typeface="Times New Roman"/>
              </a:rPr>
              <a:t>Reference compound run as a dose response on each plate</a:t>
            </a:r>
          </a:p>
          <a:p>
            <a:pPr lvl="1"/>
            <a:r>
              <a:rPr sz="1700">
                <a:latin typeface="Times New Roman"/>
              </a:rPr>
              <a:t>Use the reference inhibitor specified in the assay protocol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83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412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Brindlewythe Biosciences Ltd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8321040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683C57"/>
                </a:solidFill>
                <a:latin typeface="Arial"/>
              </a:rPr>
              <a:t>Control drift across a screening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8229600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Plot the positive and negative control signals against plate order</a:t>
            </a:r>
          </a:p>
          <a:p>
            <a:pPr/>
            <a:r>
              <a:rPr sz="2000">
                <a:latin typeface="Times New Roman"/>
              </a:rPr>
              <a:t>Investigate gradual drift for reagent, timing or temperature effects</a:t>
            </a:r>
          </a:p>
          <a:p>
            <a:pPr lvl="1"/>
            <a:r>
              <a:rPr sz="1700">
                <a:latin typeface="Times New Roman"/>
              </a:rPr>
              <a:t>Check the run sheet and temperature record before interpreting compounds</a:t>
            </a:r>
          </a:p>
          <a:p>
            <a:pPr/>
            <a:r>
              <a:rPr sz="2000">
                <a:latin typeface="Times New Roman"/>
              </a:rPr>
              <a:t>Investigate a step change; do not assume a reagent lot is the cause</a:t>
            </a:r>
          </a:p>
          <a:p>
            <a:pPr lvl="1"/>
            <a:r>
              <a:rPr sz="1700">
                <a:latin typeface="Times New Roman"/>
              </a:rPr>
              <a:t>Check reagent lot and preparation entries on the run sheet</a:t>
            </a:r>
          </a:p>
          <a:p>
            <a:pPr/>
            <a:r>
              <a:rPr sz="2000">
                <a:latin typeface="Times New Roman"/>
              </a:rPr>
              <a:t>Release only when all protocol acceptance criteria, including drift checks, are met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83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412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Brindlewythe Biosciences Ltd | Confidential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8321040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683C57"/>
                </a:solidFill>
                <a:latin typeface="Arial"/>
              </a:rPr>
              <a:t>Accept or rerun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80160"/>
            <a:ext cx="4023360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Times New Roman"/>
              </a:rPr>
              <a:t>Accept only when all protocol control and reference-response criteria are met</a:t>
            </a:r>
          </a:p>
          <a:p>
            <a:pPr/>
            <a:r>
              <a:rPr sz="1800">
                <a:latin typeface="Times New Roman"/>
              </a:rPr>
              <a:t>Check reference potency and curve quality against the defined acceptance limits</a:t>
            </a:r>
          </a:p>
          <a:p>
            <a:pPr/>
            <a:r>
              <a:rPr sz="1800">
                <a:latin typeface="Times New Roman"/>
              </a:rPr>
              <a:t>Exclude a flagged well only under the protocol; confirm sufficient valid replicates remain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4663440" y="1280160"/>
            <a:ext cx="4023360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Times New Roman"/>
              </a:rPr>
              <a:t>Hold or rerun a plate that fails a control or reference-response criterion</a:t>
            </a:r>
          </a:p>
          <a:p>
            <a:pPr/>
            <a:r>
              <a:rPr sz="1800">
                <a:latin typeface="Times New Roman"/>
              </a:rPr>
              <a:t>Investigate edge effects even when the reference response is acceptable</a:t>
            </a:r>
          </a:p>
          <a:p>
            <a:pPr/>
            <a:r>
              <a:rPr sz="1800">
                <a:latin typeface="Times New Roman"/>
              </a:rPr>
              <a:t>Refer unresolved or repeated failures to the study director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83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412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Brindlewythe Biosciences Ltd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8321040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683C57"/>
                </a:solidFill>
                <a:latin typeface="Arial"/>
              </a:rPr>
              <a:t>Plate acceptance checklist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83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2743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Check</a:t>
                      </a:r>
                    </a:p>
                  </a:txBody>
                  <a:tcPr>
                    <a:solidFill>
                      <a:srgbClr val="683C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Accept if</a:t>
                      </a:r>
                    </a:p>
                  </a:txBody>
                  <a:tcPr>
                    <a:solidFill>
                      <a:srgbClr val="683C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If not</a:t>
                      </a:r>
                    </a:p>
                  </a:txBody>
                  <a:tcPr>
                    <a:solidFill>
                      <a:srgbClr val="683C5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Positive and negative controls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Meet protocol limits and replicate requirements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Hold; investigate and rerun if required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Reference dose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Meets protocol potency and curve-quality limits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Hold; tell the assay quality coordinator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Flagged wells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Exclusion permitted by protocol; enough valid replicates remain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Hold or rerun affected results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Plate order drift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Meets protocol drift criteria after investigation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Hold the affected set; check run records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Run sheet entry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Acceptance signed and dated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Do not release the plate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8412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Brindlewythe Biosciences Ltd | Confidential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8321040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683C57"/>
                </a:solidFill>
                <a:latin typeface="Arial"/>
              </a:rPr>
              <a:t>Rerun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8229600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Rerun failed plates according to the assay protocol after investigating the failure</a:t>
            </a:r>
          </a:p>
          <a:p>
            <a:pPr/>
            <a:r>
              <a:rPr sz="2000">
                <a:latin typeface="Times New Roman"/>
              </a:rPr>
              <a:t>Refer repeated failures to the study director with the run sheet attached</a:t>
            </a:r>
          </a:p>
          <a:p>
            <a:pPr lvl="1"/>
            <a:r>
              <a:rPr sz="1700">
                <a:latin typeface="Times New Roman"/>
              </a:rPr>
              <a:t>Link the repeat to the original run and retain both records</a:t>
            </a:r>
          </a:p>
          <a:p>
            <a:pPr/>
            <a:r>
              <a:rPr sz="2000">
                <a:latin typeface="Times New Roman"/>
              </a:rPr>
              <a:t>Do not average failed-run results into accepted potency estimates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83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412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Brindlewythe Biosciences Ltd | Confidential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8321040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683C57"/>
                </a:solidFill>
                <a:latin typeface="Arial"/>
              </a:rPr>
              <a:t>Reporting the screen gate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8229600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Acceptance is reported before the potency data</a:t>
            </a:r>
          </a:p>
          <a:p>
            <a:pPr/>
            <a:r>
              <a:rPr sz="2000">
                <a:latin typeface="Times New Roman"/>
              </a:rPr>
              <a:t>The screen gate decision is separate from any mechanism</a:t>
            </a:r>
          </a:p>
          <a:p>
            <a:pPr lvl="1"/>
            <a:r>
              <a:rPr sz="1700">
                <a:latin typeface="Times New Roman"/>
              </a:rPr>
              <a:t>Say which plates were rerun and why</a:t>
            </a:r>
          </a:p>
          <a:p>
            <a:pPr/>
            <a:r>
              <a:rPr sz="2000">
                <a:latin typeface="Times New Roman"/>
              </a:rPr>
              <a:t>Potency figures go in the biology memo, not on the plate slide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83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412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Brindlewythe Biosciences Ltd | Confidential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8321040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683C57"/>
                </a:solidFill>
                <a:latin typeface="Arial"/>
              </a:rPr>
              <a:t>Open points for the next revision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8229600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Confirm the drift check frequency with the assay quality coordinator</a:t>
            </a:r>
          </a:p>
          <a:p>
            <a:pPr/>
            <a:r>
              <a:rPr sz="2000">
                <a:latin typeface="Times New Roman"/>
              </a:rPr>
              <a:t>Add the reagent lot field to the run sheet template</a:t>
            </a:r>
          </a:p>
          <a:p>
            <a:pPr/>
            <a:r>
              <a:rPr sz="2000">
                <a:latin typeface="Times New Roman"/>
              </a:rPr>
              <a:t>Decide who signs acceptance when the study director is away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83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412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Brindlewythe Biosciences Ltd | Confidential   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Brindlewythe Biosciences Ltd</Company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Plate acceptance training (v2)</dc:title>
  <dc:subject>Primary potency plate acceptance and rerun decisions</dc:subject>
  <dc:creator>Martin Ellerscombe</dc:creator>
  <cp:keywords>plate acceptance; primary potency; control drift; rerun</cp:keywords>
  <dc:description>generated using python-pptx</dc:description>
  <cp:lastModifiedBy>Martin Ellerscombe</cp:lastModifiedBy>
  <cp:revision>6</cp:revision>
  <dcterms:created xsi:type="dcterms:W3CDTF">2007-09-13T10:41:00Z</dcterms:created>
  <dcterms:modified xsi:type="dcterms:W3CDTF">2007-09-13T13:53:00Z</dcterms:modified>
  <cp:category/>
</cp:coreProperties>
</file>