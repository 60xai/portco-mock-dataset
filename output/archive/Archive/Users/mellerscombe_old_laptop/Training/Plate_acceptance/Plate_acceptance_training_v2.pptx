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version after the September review. v1 is in the Training folder; use this one for the new starters.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AV: is the reference titration still on every plate or only on the first plate of a set? Check before the next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MS: the drift chart template is on the shared drive under Biology. The old copy in my folder is out of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unclear whether the one-rerun rule applies to the hepatocyte plates. Ask Anika before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for circulation. Mostly for me and Ines before the next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7680960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Plate acceptance for primary potency screens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7680960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Brindlewythe Biosciences Ltd | Biology training,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8321040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Why plate acceptance comes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 plate is accepted before any compound on it is read for potency</a:t>
            </a:r>
          </a:p>
          <a:p>
            <a:pPr/>
            <a:r>
              <a:rPr sz="2000">
                <a:latin typeface="Times New Roman"/>
              </a:rPr>
              <a:t>Accepting a plate means the controls behaved as the protocol expects</a:t>
            </a:r>
          </a:p>
          <a:p>
            <a:pPr lvl="1"/>
            <a:r>
              <a:rPr sz="1700">
                <a:latin typeface="Times New Roman"/>
              </a:rPr>
              <a:t>Acceptance is recorded on the run sheet, not in the bench notebook</a:t>
            </a:r>
          </a:p>
          <a:p>
            <a:pPr/>
            <a:r>
              <a:rPr sz="2000">
                <a:latin typeface="Times New Roman"/>
              </a:rPr>
              <a:t>A failed plate is rerun or excluded; it is never averaged into the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8321040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Controls on every 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Positive control: reference kinase inhibitor at full response, duplicate wells across the plate</a:t>
            </a:r>
          </a:p>
          <a:p>
            <a:pPr/>
            <a:r>
              <a:rPr sz="2000">
                <a:latin typeface="Times New Roman"/>
              </a:rPr>
              <a:t>Negative control: vehicle only, same DMSO as the test wells</a:t>
            </a:r>
          </a:p>
          <a:p>
            <a:pPr lvl="1"/>
            <a:r>
              <a:rPr sz="1700">
                <a:latin typeface="Times New Roman"/>
              </a:rPr>
              <a:t>Keep the DMSO percentage identical across the plate</a:t>
            </a:r>
          </a:p>
          <a:p>
            <a:pPr/>
            <a:r>
              <a:rPr sz="2000">
                <a:latin typeface="Times New Roman"/>
              </a:rPr>
              <a:t>Reference compound run as a dose response on each plate</a:t>
            </a:r>
          </a:p>
          <a:p>
            <a:pPr lvl="1"/>
            <a:r>
              <a:rPr sz="1700">
                <a:latin typeface="Times New Roman"/>
              </a:rPr>
              <a:t>Staurosporine is the house reference for this assay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8321040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Control drift across a screening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Plot the positive and negative control signal against plate order</a:t>
            </a:r>
          </a:p>
          <a:p>
            <a:pPr/>
            <a:r>
              <a:rPr sz="2000">
                <a:latin typeface="Times New Roman"/>
              </a:rPr>
              <a:t>A slow drift across the set is a reagent or temperature question</a:t>
            </a:r>
          </a:p>
          <a:p>
            <a:pPr lvl="1"/>
            <a:r>
              <a:rPr sz="1700">
                <a:latin typeface="Times New Roman"/>
              </a:rPr>
              <a:t>Look at the incubator log before reading the compounds</a:t>
            </a:r>
          </a:p>
          <a:p>
            <a:pPr/>
            <a:r>
              <a:rPr sz="2000">
                <a:latin typeface="Times New Roman"/>
              </a:rPr>
              <a:t>A step change between two plates usually means a new reagent lot</a:t>
            </a:r>
          </a:p>
          <a:p>
            <a:pPr lvl="1"/>
            <a:r>
              <a:rPr sz="1700">
                <a:latin typeface="Times New Roman"/>
              </a:rPr>
              <a:t>Record the test lot number on the run sheet</a:t>
            </a:r>
          </a:p>
          <a:p>
            <a:pPr/>
            <a:r>
              <a:rPr sz="2000">
                <a:latin typeface="Times New Roman"/>
              </a:rPr>
              <a:t>Drift alone does not fail a plate if both controls still sit inside the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8321040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Accept or rerun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4023360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Accept when both controls are inside the window</a:t>
            </a:r>
          </a:p>
          <a:p>
            <a:pPr/>
            <a:r>
              <a:rPr sz="1800">
                <a:latin typeface="Times New Roman"/>
              </a:rPr>
              <a:t>Accept when the reference dose response falls on its curve</a:t>
            </a:r>
          </a:p>
          <a:p>
            <a:pPr/>
            <a:r>
              <a:rPr sz="1800">
                <a:latin typeface="Times New Roman"/>
              </a:rPr>
              <a:t>Accept with a note when one duplicate well is flagged and the rest agree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63440" y="1280160"/>
            <a:ext cx="4023360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Rerun when a control is outside the window</a:t>
            </a:r>
          </a:p>
          <a:p>
            <a:pPr/>
            <a:r>
              <a:rPr sz="1800">
                <a:latin typeface="Times New Roman"/>
              </a:rPr>
              <a:t>Rerun when the edge wells are the only failures and the reference is off</a:t>
            </a:r>
          </a:p>
          <a:p>
            <a:pPr/>
            <a:r>
              <a:rPr sz="1800">
                <a:latin typeface="Times New Roman"/>
              </a:rPr>
              <a:t>Escalate to the study director after a second failure on the same test 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8321040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Plate acceptance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Check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Accept if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If not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Positive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Inside the window across all duplicates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Rerun the plate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Negative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Low signal, no edge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Rerun; check the reagent lot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Reference dose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On its curve, same potency range as the last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Rerun; tell the assay quality coordinator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Plate order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No step change between 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Hold the set; check the lot record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Run sheet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Acceptance signed and 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Do not release the plate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8321040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Rerun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One rerun per plate with the same compound plate</a:t>
            </a:r>
          </a:p>
          <a:p>
            <a:pPr/>
            <a:r>
              <a:rPr sz="2000">
                <a:latin typeface="Times New Roman"/>
              </a:rPr>
              <a:t>A second failure goes to the study director with the run sheet attached</a:t>
            </a:r>
          </a:p>
          <a:p>
            <a:pPr lvl="1"/>
            <a:r>
              <a:rPr sz="1700">
                <a:latin typeface="Times New Roman"/>
              </a:rPr>
              <a:t>Do not mix a rerun plate into the original set without a note</a:t>
            </a:r>
          </a:p>
          <a:p>
            <a:pPr/>
            <a:r>
              <a:rPr sz="2000">
                <a:latin typeface="Times New Roman"/>
              </a:rPr>
              <a:t>Excluded plates stay on the record with the reason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8321040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Reporting the screen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Acceptance is reported before the potency data</a:t>
            </a:r>
          </a:p>
          <a:p>
            <a:pPr/>
            <a:r>
              <a:rPr sz="2000">
                <a:latin typeface="Times New Roman"/>
              </a:rPr>
              <a:t>The screen gate decision is separate from any mechanism</a:t>
            </a:r>
          </a:p>
          <a:p>
            <a:pPr lvl="1"/>
            <a:r>
              <a:rPr sz="1700">
                <a:latin typeface="Times New Roman"/>
              </a:rPr>
              <a:t>Say which plates were rerun and why</a:t>
            </a:r>
          </a:p>
          <a:p>
            <a:pPr/>
            <a:r>
              <a:rPr sz="2000">
                <a:latin typeface="Times New Roman"/>
              </a:rPr>
              <a:t>Potency figures go in the biology memo, not on the plate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8321040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Open points for the next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Confirm the drift check frequency with the assay quality coordinator</a:t>
            </a:r>
          </a:p>
          <a:p>
            <a:pPr/>
            <a:r>
              <a:rPr sz="2000">
                <a:latin typeface="Times New Roman"/>
              </a:rPr>
              <a:t>Add the reagent lot field to the run sheet template</a:t>
            </a:r>
          </a:p>
          <a:p>
            <a:pPr/>
            <a:r>
              <a:rPr sz="2000">
                <a:latin typeface="Times New Roman"/>
              </a:rPr>
              <a:t>Decide who signs acceptance when the study director is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Brindlewythe Biosciences Ltd</Company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 acceptance training (v2)</dc:title>
  <dc:subject>Primary potency plate acceptance and rerun decisions</dc:subject>
  <dc:creator>Martin Ellerscombe</dc:creator>
  <cp:keywords>plate acceptance; primary potency; control drift; rerun</cp:keywords>
  <dc:description>generated using python-pptx</dc:description>
  <cp:lastModifiedBy>Martin Ellerscombe</cp:lastModifiedBy>
  <cp:revision>6</cp:revision>
  <dcterms:created xsi:type="dcterms:W3CDTF">2007-09-13T10:41:00Z</dcterms:created>
  <dcterms:modified xsi:type="dcterms:W3CDTF">2007-09-13T13:53:00Z</dcterms:modified>
  <cp:category/>
</cp:coreProperties>
</file>