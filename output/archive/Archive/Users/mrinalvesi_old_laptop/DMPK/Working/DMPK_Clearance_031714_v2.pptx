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of the Friday version. Still need to fix the mg/ml vs mg/mL labels before this goes to Megan.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Megan asked for a one-pager on this. This is the long version, cut it down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mg/ml vs mg/mL spelling is inconsistent across the worksheets. Pick one and stick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Carole has the donor sheets. Ask her before we say anything about mouse.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Helen wants the acceptance wording copied exactly from the SOP, not paraphrased.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send this version outside the department. The v3 will have the agreed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this in from the old version. Probably delete before v3.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Clearance normalisation: microsomal vs hepatocyte CLint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Internal DMPK working deck | v2 | 03/17/2014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Why this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Microsomal and hepatocyte CLint are being reported side by side on the same test article sets, and the units do not line up</a:t>
            </a:r>
          </a:p>
          <a:p>
            <a:pPr/>
            <a:r>
              <a:rPr sz="2000">
                <a:latin typeface="Times New Roman"/>
              </a:rPr>
              <a:t>Need one agreed normalisation before the exposure gate memo goes out</a:t>
            </a:r>
          </a:p>
          <a:p>
            <a:pPr lvl="1"/>
            <a:r>
              <a:rPr sz="1700">
                <a:latin typeface="Times New Roman"/>
              </a:rPr>
              <a:t>Current memo draft uses µL/min/mg for both assays; that is not right for the hepatocyte data</a:t>
            </a:r>
          </a:p>
          <a:p>
            <a:pPr/>
            <a:r>
              <a:rPr sz="2000">
                <a:latin typeface="Times New Roman"/>
              </a:rPr>
              <a:t>Species assumptions still differ between the two worksheets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How each assay is normalised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Parameter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Microsomal CLint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Hepatocyte depletion CLint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Liver microsomes, pooled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Cryopreserved hepatocytes, single lot per species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Scaling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Microsomal protein (mg/mL in incubation)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Viable cells (10^6 cells/mL in incubation)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Reported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µL/min/mg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µL/min/10^6 cells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Species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Rat, mouse, 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Rat and human; mouse on request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Intrinsic clearance, enzyme-only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Intrinsic clearance including uptake and phase II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Unit conversion: the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Protein-normalised and cell-normalised values are not interchangeable</a:t>
            </a:r>
          </a:p>
          <a:p>
            <a:pPr lvl="1"/>
            <a:r>
              <a:rPr sz="1700">
                <a:latin typeface="Times New Roman"/>
              </a:rPr>
              <a:t>A direct comparison needs the scaling step written out in the methods, not assumed</a:t>
            </a:r>
          </a:p>
          <a:p>
            <a:pPr/>
            <a:r>
              <a:rPr sz="2000">
                <a:latin typeface="Times New Roman"/>
              </a:rPr>
              <a:t>Some legacy worksheets carry µM and nM labels on the same column</a:t>
            </a:r>
          </a:p>
          <a:p>
            <a:pPr lvl="1"/>
            <a:r>
              <a:rPr sz="1700">
                <a:latin typeface="Times New Roman"/>
              </a:rPr>
              <a:t>Check the concentration unit on each worksheet before merging</a:t>
            </a:r>
          </a:p>
          <a:p>
            <a:pPr/>
            <a:r>
              <a:rPr sz="2000">
                <a:latin typeface="Times New Roman"/>
              </a:rPr>
              <a:t>Clearance is reported only where the depletion curve is log-linear over the sampling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Species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Times New Roman"/>
              </a:rPr>
              <a:t>What we are assuming and what we have not checked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Species: what we have and what we assume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Rat and human microsomes run on every test article set</a:t>
            </a:r>
          </a:p>
          <a:p>
            <a:pPr/>
            <a:r>
              <a:rPr sz="1800">
                <a:latin typeface="Times New Roman"/>
              </a:rPr>
              <a:t>Mouse microsomes only for compounds going into rodent PK</a:t>
            </a:r>
          </a:p>
          <a:p>
            <a:pPr/>
            <a:r>
              <a:rPr sz="1800">
                <a:latin typeface="Times New Roman"/>
              </a:rPr>
              <a:t>Hepatocyte lots are single-donor per species, so donor variability is not averaged out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Assumed: rat clearance tracks human closely enough to rank compounds</a:t>
            </a:r>
          </a:p>
          <a:p>
            <a:pPr/>
            <a:r>
              <a:rPr sz="1800">
                <a:latin typeface="Times New Roman"/>
              </a:rPr>
              <a:t>Not checked: whether mouse hepatocytes behave like mouse microsomes</a:t>
            </a:r>
          </a:p>
          <a:p>
            <a:pPr/>
            <a:r>
              <a:rPr sz="1800">
                <a:latin typeface="Times New Roman"/>
              </a:rPr>
              <a:t>[TBC] human hepatocyte lot for Q2 still awaiting matrix 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Matrix acceptance for the two assays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Microsomal runs: matrix acceptance uses the positive control set and the no-cofactor control</a:t>
            </a:r>
          </a:p>
          <a:p>
            <a:pPr/>
            <a:r>
              <a:rPr sz="2000">
                <a:latin typeface="Times New Roman"/>
              </a:rPr>
              <a:t>Hepatocyte runs: viability is checked before dosing and again at the final time point</a:t>
            </a:r>
          </a:p>
          <a:p>
            <a:pPr/>
            <a:r>
              <a:rPr sz="2000">
                <a:latin typeface="Times New Roman"/>
              </a:rPr>
              <a:t>A run is only used if both controls fall inside their historical windows</a:t>
            </a:r>
          </a:p>
          <a:p>
            <a:pPr lvl="1"/>
            <a:r>
              <a:rPr sz="1700">
                <a:latin typeface="Times New Roman"/>
              </a:rPr>
              <a:t>Failed runs are repeated, not interpolated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Analyte cards and quantitation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Each analyte card records the calibration range used for the depletion measurement</a:t>
            </a:r>
          </a:p>
          <a:p>
            <a:pPr/>
            <a:r>
              <a:rPr sz="2000">
                <a:latin typeface="Times New Roman"/>
              </a:rPr>
              <a:t>Tandem-MS quantitation on the parent-to-product transition, internal standard on every sample</a:t>
            </a:r>
          </a:p>
          <a:p>
            <a:pPr/>
            <a:r>
              <a:rPr sz="2000">
                <a:latin typeface="Times New Roman"/>
              </a:rPr>
              <a:t>Depletion half-lives derived only from points inside the calibration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goes into the exposure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Microsomal CLint, species-matched to the PK study</a:t>
            </a:r>
          </a:p>
          <a:p>
            <a:pPr/>
            <a:r>
              <a:rPr sz="1800">
                <a:latin typeface="Times New Roman"/>
              </a:rPr>
              <a:t>Hepatocyte CLint where phase II contribution is suspected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Units stated in every table header</a:t>
            </a:r>
          </a:p>
          <a:p>
            <a:pPr/>
            <a:r>
              <a:rPr sz="1800">
                <a:latin typeface="Times New Roman"/>
              </a:rPr>
              <a:t>Assumptions footnoted, not buried in the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Open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Agree one unit convention for protein and cell basis across both worksheets</a:t>
            </a:r>
          </a:p>
          <a:p>
            <a:pPr/>
            <a:r>
              <a:rPr sz="2000">
                <a:latin typeface="Times New Roman"/>
              </a:rPr>
              <a:t>Confirm mouse hepatocyte value is needed for any current study</a:t>
            </a:r>
          </a:p>
          <a:p>
            <a:pPr/>
            <a:r>
              <a:rPr sz="2000">
                <a:latin typeface="Times New Roman"/>
              </a:rPr>
              <a:t>Decide whether the exposure memo quotes both CLint values or only the protein-normalised one</a:t>
            </a:r>
          </a:p>
          <a:p>
            <a:pPr/>
            <a:r>
              <a:rPr sz="2000">
                <a:latin typeface="Times New Roman"/>
              </a:rPr>
              <a:t>Clean up the legacy worksheet labels before archiving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Megan to review the normalisation table this week</a:t>
            </a:r>
          </a:p>
          <a:p>
            <a:pPr/>
            <a:r>
              <a:rPr sz="2000">
                <a:latin typeface="Times New Roman"/>
              </a:rPr>
              <a:t>Javier to confirm the mass-spec transitions used for the hepatocyte samples</a:t>
            </a:r>
          </a:p>
          <a:p>
            <a:pPr/>
            <a:r>
              <a:rPr sz="2000">
                <a:latin typeface="Times New Roman"/>
              </a:rPr>
              <a:t>Anna to pull the donor sheets for the human hepatocyte lot</a:t>
            </a:r>
          </a:p>
          <a:p>
            <a:pPr/>
            <a:r>
              <a:rPr sz="2000">
                <a:latin typeface="Times New Roman"/>
              </a:rPr>
              <a:t>Revise deck to v3 once units are agreed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Back-up: reference compounds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Verapamil and ketoconazole used as reference compounds for both assays</a:t>
            </a:r>
          </a:p>
          <a:p>
            <a:pPr/>
            <a:r>
              <a:rPr sz="2000">
                <a:latin typeface="Times New Roman"/>
              </a:rPr>
              <a:t>Reference values checked at the start of each run against the lab's historical window</a:t>
            </a:r>
          </a:p>
          <a:p>
            <a:pPr/>
            <a:r>
              <a:rPr sz="2000">
                <a:latin typeface="Times New Roman"/>
              </a:rPr>
              <a:t>Generic reagent lots recorded on the assay worksheet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Merrivoss Bioanalysis Inc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Merrivoss Bioanalysis Inc</Company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Clearance normalisation: microsomal vs hepatocyte CLint</dc:title>
  <dc:subject>Internal DMPK working deck</dc:subject>
  <dc:creator>Matteo Rinalvesi</dc:creator>
  <cp:keywords>CLint; microsomal; hepatocyte; normalisation; species</cp:keywords>
  <dc:description>generated using python-pptx</dc:description>
  <cp:lastModifiedBy>Matteo Rinalvesi</cp:lastModifiedBy>
  <cp:revision>15</cp:revision>
  <dcterms:created xsi:type="dcterms:W3CDTF">2014-03-17T10:23:00Z</dcterms:created>
  <dcterms:modified xsi:type="dcterms:W3CDTF">2014-03-17T15:42:00Z</dcterms:modified>
  <cp:category/>
</cp:coreProperties>
</file>