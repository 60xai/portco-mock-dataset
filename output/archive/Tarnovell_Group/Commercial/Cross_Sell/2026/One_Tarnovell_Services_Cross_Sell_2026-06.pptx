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reused from the Quenverell 2025 capability deck with their agreement. Use it in any pitch where the client has omics data but no in-house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company: Corvenlea Pharma became Corvenlea Ltd, then listed in 2019 as Corvenlea Pharmaceuticals plc. Three CRMs held three separate accounts until the client identity bridge linked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Their late-stage tablet work at Westravelle is the natural lead-in to Durnesswick formulation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One Tarnovell: cross-selling across the group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Commercial workstream | One Group, Many Practices |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Most clients buy from one legacy firm only</a:t>
            </a:r>
          </a:p>
          <a:p>
            <a:pPr/>
            <a:r>
              <a:rPr sz="2000">
                <a:latin typeface="Arial"/>
              </a:rPr>
              <a:t>Each firm's CRM knows its own clients under its own names</a:t>
            </a:r>
          </a:p>
          <a:p>
            <a:pPr/>
            <a:r>
              <a:rPr sz="2000">
                <a:latin typeface="Arial"/>
              </a:rPr>
              <a:t>We lose opportunities we already have the relationship for</a:t>
            </a:r>
          </a:p>
          <a:p>
            <a:pPr/>
            <a:r>
              <a:rPr sz="2000">
                <a:latin typeface="Arial"/>
              </a:rPr>
              <a:t>Goal for 2026-27: every top-30 account reviewed for white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What the group offers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Firm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Service line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Typical first project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Vellacombe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Medicinal chemistry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Route scout and analogue set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Brindlewythe Biosciences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In vitro biology and screening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hERG and CYP panel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Merrivoss Bioanalysis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DMPK and bioanalysis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Microsomal stability and PPB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Quenverell Computational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Bioinformatics and computational chemistry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Target prioritisation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Westravelle Analytical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Analytical chemistry and stability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ICH stability study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Durnesswick Laboratories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Formulation and early CMC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Vehicle screen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Bioinformatics for drug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Turns large biological datasets into decisions at each stage of a programme</a:t>
            </a:r>
          </a:p>
          <a:p>
            <a:pPr lvl="1"/>
            <a:r>
              <a:rPr sz="1500">
                <a:latin typeface="Arial"/>
              </a:rPr>
              <a:t>Target identification: rank disease-linked genes from transcriptomics, genetics and curated pathways</a:t>
            </a:r>
          </a:p>
          <a:p>
            <a:pPr lvl="1"/>
            <a:r>
              <a:rPr sz="1500">
                <a:latin typeface="Arial"/>
              </a:rPr>
              <a:t>Target validation: is the target expressed in the right tissue, cell type and patients?</a:t>
            </a:r>
          </a:p>
          <a:p>
            <a:pPr lvl="1"/>
            <a:r>
              <a:rPr sz="1500">
                <a:latin typeface="Arial"/>
              </a:rPr>
              <a:t>Mechanism of action: pathway responses to compound treatment</a:t>
            </a:r>
          </a:p>
          <a:p>
            <a:pPr lvl="1"/>
            <a:r>
              <a:rPr sz="1500">
                <a:latin typeface="Arial"/>
              </a:rPr>
              <a:t>Biomarkers and stratification: which patients respond, and how to track it</a:t>
            </a:r>
          </a:p>
          <a:p>
            <a:pPr/>
            <a:r>
              <a:rPr sz="1800">
                <a:latin typeface="Arial"/>
              </a:rPr>
              <a:t>Reproducible analyses with documented data acceptance</a:t>
            </a:r>
          </a:p>
          <a:p>
            <a:pPr/>
            <a:r>
              <a:rPr sz="1800">
                <a:latin typeface="Arial"/>
              </a:rPr>
              <a:t>Offered by Quenverell Computational; easy to add to chemistry or biology proposals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Where to look for white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Clients buying chemistry but not biology</a:t>
            </a:r>
          </a:p>
          <a:p>
            <a:pPr/>
            <a:r>
              <a:rPr sz="2000">
                <a:latin typeface="Arial"/>
              </a:rPr>
              <a:t>Biology clients with no DMPK partner</a:t>
            </a:r>
          </a:p>
          <a:p>
            <a:pPr/>
            <a:r>
              <a:rPr sz="2000">
                <a:latin typeface="Arial"/>
              </a:rPr>
              <a:t>Late-stage clients with no stability or formulation provider</a:t>
            </a:r>
          </a:p>
          <a:p>
            <a:pPr/>
            <a:r>
              <a:rPr sz="2000">
                <a:latin typeface="Arial"/>
              </a:rPr>
              <a:t>Any client whose name changed: check all legacy CRMs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Worked example: Corvenlea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1800">
                <a:solidFill>
                  <a:srgbClr val="E6E6E6"/>
                </a:solidFill>
                <a:latin typeface="Arial"/>
              </a:rPr>
              <a:t>One client, three names, three firms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Corvenlea across the group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Legacy firm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Name on file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Years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What they bought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Vellacombe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Corvenlea Pharma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2001-2009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Analogue synthesis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Merrivoss Bioanalysis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Corvenlea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2012-2018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Microsomal and hepatocyte stability, PPB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Westravelle Analytical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Corvenlea Pharmaceuticals plc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2019-now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ICH stability with assay validation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Corvenlea: what they have never bought from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Bought: chemistry (Vellacombe)</a:t>
            </a:r>
          </a:p>
          <a:p>
            <a:pPr/>
            <a:r>
              <a:rPr sz="1800">
                <a:latin typeface="Arial"/>
              </a:rPr>
              <a:t>Bought: DMPK (Merrivoss)</a:t>
            </a:r>
          </a:p>
          <a:p>
            <a:pPr/>
            <a:r>
              <a:rPr sz="1800">
                <a:latin typeface="Arial"/>
              </a:rPr>
              <a:t>Bought: stability (Westravelle)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Never: in vitro biology (Brindlewythe)</a:t>
            </a:r>
          </a:p>
          <a:p>
            <a:pPr/>
            <a:r>
              <a:rPr sz="1800">
                <a:latin typeface="Arial"/>
              </a:rPr>
              <a:t>Never: bioinformatics (Quenverell)</a:t>
            </a:r>
          </a:p>
          <a:p>
            <a:pPr/>
            <a:r>
              <a:rPr sz="1800">
                <a:latin typeface="Arial"/>
              </a:rPr>
              <a:t>Never: formulation (Durnesswick)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Don't confuse them with Corvenlith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Corvenlith Therapeutics is a different company</a:t>
            </a:r>
          </a:p>
          <a:p>
            <a:pPr/>
            <a:r>
              <a:rPr sz="2000">
                <a:latin typeface="Arial"/>
              </a:rPr>
              <a:t>Quenverell and Durnesswick client; no corporate link to Corvenlea</a:t>
            </a:r>
          </a:p>
          <a:p>
            <a:pPr/>
            <a:r>
              <a:rPr sz="2000">
                <a:latin typeface="Arial"/>
              </a:rPr>
              <a:t>Always check the client identity bridge before merging accounts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How to run a cross-sell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Pull the account from the client identity bridge, not one CRM</a:t>
            </a:r>
          </a:p>
          <a:p>
            <a:pPr/>
            <a:r>
              <a:rPr sz="2000">
                <a:latin typeface="Arial"/>
              </a:rPr>
              <a:t>List service lines bought and not bought</a:t>
            </a:r>
          </a:p>
          <a:p>
            <a:pPr/>
            <a:r>
              <a:rPr sz="2000">
                <a:latin typeface="Arial"/>
              </a:rPr>
              <a:t>Agree one introduction per quarter with the owning firm</a:t>
            </a:r>
          </a:p>
          <a:p>
            <a:pPr/>
            <a:r>
              <a:rPr sz="2000">
                <a:latin typeface="Arial"/>
              </a:rPr>
              <a:t>Log the outcome in the cross-sell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Support from head office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Client identity bridge maintained by the integration team</a:t>
            </a:r>
          </a:p>
          <a:p>
            <a:pPr/>
            <a:r>
              <a:rPr sz="2000">
                <a:latin typeface="Arial"/>
              </a:rPr>
              <a:t>Cross-sell white-space matrix for top accounts</a:t>
            </a:r>
          </a:p>
          <a:p>
            <a:pPr/>
            <a:r>
              <a:rPr sz="2000">
                <a:latin typeface="Arial"/>
              </a:rPr>
              <a:t>Joint proposal templates in the group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Sofia Lindervik, Integration Director</a:t>
            </a:r>
          </a:p>
          <a:p>
            <a:pPr/>
            <a:r>
              <a:rPr sz="2000">
                <a:latin typeface="Arial"/>
              </a:rPr>
              <a:t>BD leads in each firm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Tarnovell: cross-selling across the group</dc:title>
  <dc:subject>Cross-sell</dc:subject>
  <dc:creator>Sofia Lindervik</dc:creator>
  <cp:keywords>cross-sell; client history; Corvenlea; bioinformatics</cp:keywords>
  <dc:description>generated using python-pptx</dc:description>
  <cp:lastModifiedBy>Sofia Lindervik</cp:lastModifiedBy>
  <cp:revision>15</cp:revision>
  <dcterms:created xsi:type="dcterms:W3CDTF">2026-05-12T12:52:17Z</dcterms:created>
  <dcterms:modified xsi:type="dcterms:W3CDTF">2026-06-02T14:43:36Z</dcterms:modified>
  <cp:category/>
</cp:coreProperties>
</file>