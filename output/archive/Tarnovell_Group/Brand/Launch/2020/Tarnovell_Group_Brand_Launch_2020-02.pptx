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section short. Most of the room will already have heard the investment story from Eleanor.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Yasmin will follow up on quality system questions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Tarnovell Bioscience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Group brand launch: briefing for firm leadership
Daniel Grellacott, Group Chief Executive
February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we are launching a common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group has grown by acquisition since 1996 and each firm still carries the name it was bought under</a:t>
            </a:r>
          </a:p>
          <a:p>
            <a:pPr/>
            <a:r>
              <a:rPr sz="2000">
                <a:latin typeface="Arial"/>
              </a:rPr>
              <a:t>Clients often meet two or three of our firms without knowing they belong to one group</a:t>
            </a:r>
          </a:p>
          <a:p>
            <a:pPr/>
            <a:r>
              <a:rPr sz="2000">
                <a:latin typeface="Arial"/>
              </a:rPr>
              <a:t>The 2019 investment gives us a shared commercial plan, and it needs one face in the market</a:t>
            </a:r>
          </a:p>
          <a:p>
            <a:pPr/>
            <a:r>
              <a:rPr sz="2000">
                <a:latin typeface="Arial"/>
              </a:rPr>
              <a:t>This briefing sets out what the launch changes, what it leaves alone and what we need from you before the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changes and what does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Common group master template for proposals, reports and presentations from 1 March 2020</a:t>
            </a:r>
          </a:p>
          <a:p>
            <a:pPr/>
            <a:r>
              <a:rPr sz="1800">
                <a:latin typeface="Arial"/>
              </a:rPr>
              <a:t>Shared Tarnovell wordmark and footer line on all external material</a:t>
            </a:r>
          </a:p>
          <a:p>
            <a:pPr/>
            <a:r>
              <a:rPr sz="1800">
                <a:latin typeface="Arial"/>
              </a:rPr>
              <a:t>One group website entry point for enquiries, routed to the right firm</a:t>
            </a:r>
          </a:p>
          <a:p>
            <a:pPr/>
            <a:r>
              <a:rPr sz="1800">
                <a:latin typeface="Arial"/>
              </a:rPr>
              <a:t>Group-level commercial reporting on a common calendar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Local scientific leadership stays with each firm's site head</a:t>
            </a:r>
          </a:p>
          <a:p>
            <a:pPr/>
            <a:r>
              <a:rPr sz="1800">
                <a:latin typeface="Arial"/>
              </a:rPr>
              <a:t>Local accession and study numbering schemes are unchanged</a:t>
            </a:r>
          </a:p>
          <a:p>
            <a:pPr/>
            <a:r>
              <a:rPr sz="1800">
                <a:latin typeface="Arial"/>
              </a:rPr>
              <a:t>Filing practices and document control stay as they are today</a:t>
            </a:r>
          </a:p>
          <a:p>
            <a:pPr/>
            <a:r>
              <a:rPr sz="1800">
                <a:latin typeface="Arial"/>
              </a:rPr>
              <a:t>Existing firm names remain on contracts, invoices and regulatory correspondence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The five firms joining the common identity in 2020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Firm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Location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Joined the group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Scientific focus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Vellacombe Discovery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Nottingham,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April 1996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Medicinal chemistry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Brindlewythe Biosciences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Cambridge,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July 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vitro biology and screening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Merrivoss Bioanalysis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Madison,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March 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DMPK and bioanalysis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Quenverell Computational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Edinburgh,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October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Bioinformatics and computational chemistry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Westravelle Analytical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York,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June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Analytical chemistry and stability testing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Local science stays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Each firm keeps its own scientific leadership, study design and client relationships</a:t>
            </a:r>
          </a:p>
          <a:p>
            <a:pPr/>
            <a:r>
              <a:rPr sz="2000">
                <a:latin typeface="Arial"/>
              </a:rPr>
              <a:t>The group does not set local protocols, assay methods or reporting formats</a:t>
            </a:r>
          </a:p>
          <a:p>
            <a:pPr/>
            <a:r>
              <a:rPr sz="2000">
                <a:latin typeface="Arial"/>
              </a:rPr>
              <a:t>Where a firm's scientists want to share method work across sites, the group will fund the time but not impose the approach</a:t>
            </a:r>
          </a:p>
          <a:p>
            <a:pPr/>
            <a:r>
              <a:rPr sz="2000">
                <a:latin typeface="Arial"/>
              </a:rPr>
              <a:t>Site heads remain accountable for the quality of their own scientific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Legacy client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Records created before 1 March 2020 are not being restyled to the new template</a:t>
            </a:r>
          </a:p>
          <a:p>
            <a:pPr/>
            <a:r>
              <a:rPr sz="2000">
                <a:latin typeface="Arial"/>
              </a:rPr>
              <a:t>Old proposals, reports and certificates keep their original brand and layout</a:t>
            </a:r>
          </a:p>
          <a:p>
            <a:pPr/>
            <a:r>
              <a:rPr sz="2000">
                <a:latin typeface="Arial"/>
              </a:rPr>
              <a:t>Client contact details will be checked for changes of name only, not rewritten</a:t>
            </a:r>
          </a:p>
          <a:p>
            <a:pPr/>
            <a:r>
              <a:rPr sz="2000">
                <a:latin typeface="Arial"/>
              </a:rPr>
              <a:t>Any document that is reissued after launch uses the new template, with the original reference retained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Rollout timetable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February 2020: master template and brand guide issued to all five firms</a:t>
            </a:r>
          </a:p>
          <a:p>
            <a:pPr/>
            <a:r>
              <a:rPr sz="2000">
                <a:latin typeface="Arial"/>
              </a:rPr>
              <a:t>Early March 2020: new template switched on for proposals and client-facing reports</a:t>
            </a:r>
          </a:p>
          <a:p>
            <a:pPr/>
            <a:r>
              <a:rPr sz="2000">
                <a:latin typeface="Arial"/>
              </a:rPr>
              <a:t>March to April 2020: website entry point and enquiry routing tested with each firm</a:t>
            </a:r>
          </a:p>
          <a:p>
            <a:pPr/>
            <a:r>
              <a:rPr sz="2000">
                <a:latin typeface="Arial"/>
              </a:rPr>
              <a:t>Spring 2020: firm-level brand reviews, with any exceptions agreed in writing with the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we need from firm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Nominate one person per firm to own the template and brand guide locally</a:t>
            </a:r>
          </a:p>
          <a:p>
            <a:pPr/>
            <a:r>
              <a:rPr sz="2000">
                <a:latin typeface="Arial"/>
              </a:rPr>
              <a:t>Send any existing client-facing templates that carry a firm-specific layout by 28 February 2020</a:t>
            </a:r>
          </a:p>
          <a:p>
            <a:pPr/>
            <a:r>
              <a:rPr sz="2000">
                <a:latin typeface="Arial"/>
              </a:rPr>
              <a:t>Tell us about any client contracts that name a firm in a way the launch could affect</a:t>
            </a:r>
          </a:p>
          <a:p>
            <a:pPr/>
            <a:r>
              <a:rPr sz="2000">
                <a:latin typeface="Arial"/>
              </a:rPr>
              <a:t>Keep client communications on the current wording until the launch date is confirmed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Questions and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Brand and template questions: Group Chief Executive's office at head office, Nottingham</a:t>
            </a:r>
          </a:p>
          <a:p>
            <a:pPr/>
            <a:r>
              <a:rPr sz="2000">
                <a:latin typeface="Arial"/>
              </a:rPr>
              <a:t>Commercial reporting and calendar: Andrea Beckett, Group Finance Director</a:t>
            </a:r>
          </a:p>
          <a:p>
            <a:pPr/>
            <a:r>
              <a:rPr sz="2000">
                <a:latin typeface="Arial"/>
              </a:rPr>
              <a:t>Quality system and document control: Yasmin Farhat, Group Quality Director</a:t>
            </a:r>
          </a:p>
          <a:p>
            <a:pPr/>
            <a:r>
              <a:rPr sz="2000">
                <a:latin typeface="Arial"/>
              </a:rPr>
              <a:t>Please send questions by 14 February so we can answer them in the March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Tarnovell Bioscience Group: group brand launch</dc:title>
  <dc:subject>Group brand launch briefing</dc:subject>
  <dc:creator>Daniel Grellacott</dc:creator>
  <cp:keywords>Tarnovell, brand, launch, 2020, group template</cp:keywords>
  <dc:description>generated using python-pptx</dc:description>
  <cp:lastModifiedBy>Daniel Grellacott</cp:lastModifiedBy>
  <cp:revision>7</cp:revision>
  <dcterms:created xsi:type="dcterms:W3CDTF">2020-01-20T10:24:00Z</dcterms:created>
  <dcterms:modified xsi:type="dcterms:W3CDTF">2020-02-03T15:37:00Z</dcterms:modified>
  <cp:category/>
</cp:coreProperties>
</file>