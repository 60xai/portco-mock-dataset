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a box says local, the post holder is recorded in the firm's own staff list and in the HR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2057400"/>
            <a:ext cx="10728655" cy="1463040"/>
          </a:xfrm>
        </p:spPr>
        <p:txBody>
          <a:bodyPr/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Group organisation chart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611880"/>
            <a:ext cx="10728655" cy="1097280"/>
          </a:xfrm>
        </p:spPr>
        <p:txBody>
          <a:bodyPr/>
          <a:lstStyle/>
          <a:p>
            <a:r>
              <a:rPr sz="2000">
                <a:solidFill>
                  <a:srgbClr val="EBEBEB"/>
                </a:solidFill>
                <a:latin typeface="Arial"/>
              </a:rPr>
              <a:t>Tarnovell Bioscience Group
November 2025
People Operations, Nottingham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How to read this chart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The chart shows reporting lines for head office and for the six integrated firms, A to F</a:t>
            </a:r>
          </a:p>
          <a:p>
            <a:pPr/>
            <a:r>
              <a:rPr sz="2000">
                <a:latin typeface="Arial"/>
              </a:rPr>
              <a:t>Scientific leadership at each firm reports to its own site head, who then reports to group</a:t>
            </a:r>
          </a:p>
          <a:p>
            <a:pPr/>
            <a:r>
              <a:rPr sz="2000">
                <a:latin typeface="Arial"/>
              </a:rPr>
              <a:t>Shared services (finance, HR, quality, commercial and IT) report to the group function owner</a:t>
            </a:r>
          </a:p>
          <a:p>
            <a:pPr/>
            <a:r>
              <a:rPr sz="2000">
                <a:latin typeface="Arial"/>
              </a:rPr>
              <a:t>Names are shown only for head office roles; site heads are listed on the firm pages of the intranet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Tarnovell Bioscience Group | Confidential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Head office leadership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951" y="1280160"/>
            <a:ext cx="11061792" cy="50291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Tarnovell Bioscience Group | Confidential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Reporting lines from the integrated firms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494" y="1280160"/>
            <a:ext cx="10468707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Tarnovell Bioscience Group | Confidential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Shared administration and retained science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Shared administration now sits in one group function: finance, HR and payroll, IT and the common SharePoint estate</a:t>
            </a:r>
          </a:p>
          <a:p>
            <a:pPr/>
            <a:r>
              <a:rPr sz="2000">
                <a:latin typeface="Arial"/>
              </a:rPr>
              <a:t>Scientific operations, study direction and client contact stay with each firm and its site head</a:t>
            </a:r>
          </a:p>
          <a:p>
            <a:pPr/>
            <a:r>
              <a:rPr sz="2000">
                <a:latin typeface="Arial"/>
              </a:rPr>
              <a:t>Local accession numbers, notebooks and filing practices are unchanged for every firm</a:t>
            </a:r>
          </a:p>
          <a:p>
            <a:pPr/>
            <a:r>
              <a:rPr sz="2000">
                <a:latin typeface="Arial"/>
              </a:rPr>
              <a:t>Group quality oversight is by audit and review, not by taking over local quality systems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Tarnovell Bioscience Group | Confidential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Changes since the last issue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Two head office roles were confirmed in September and appear for the first time on this chart</a:t>
            </a:r>
          </a:p>
          <a:p>
            <a:pPr/>
            <a:r>
              <a:rPr sz="2000">
                <a:latin typeface="Arial"/>
              </a:rPr>
              <a:t>Firm F reporting lines moved to the group function owners on completion of the HR directory consolidation</a:t>
            </a:r>
          </a:p>
          <a:p>
            <a:pPr/>
            <a:r>
              <a:rPr sz="2000">
                <a:latin typeface="Arial"/>
              </a:rPr>
              <a:t>Leaver folders and their ownership are being checked before any reporting line is changed in the directory</a:t>
            </a:r>
          </a:p>
          <a:p>
            <a:pPr/>
            <a:r>
              <a:rPr sz="2000">
                <a:latin typeface="Arial"/>
              </a:rPr>
              <a:t>Please raise any error on your firm's branch with People Operations by the end of November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Tarnovell Bioscience Group | Confidential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Contacts for organisation queries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Reporting lines and directory entries: Nils Bergstrom, People Operations Manager</a:t>
            </a:r>
          </a:p>
          <a:p>
            <a:pPr/>
            <a:r>
              <a:rPr sz="2000">
                <a:latin typeface="Arial"/>
              </a:rPr>
              <a:t>Integration questions about firm structure: Sofia Lindervik, Integration Director</a:t>
            </a:r>
          </a:p>
          <a:p>
            <a:pPr/>
            <a:r>
              <a:rPr sz="2000">
                <a:latin typeface="Arial"/>
              </a:rPr>
              <a:t>Please do not circulate this chart outside the group without checking with People Operations first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Tarnovell Bioscience Group | Confidential   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LinksUpToDate>false</LinksUpToDate>
  <SharedDoc>false</SharedDoc>
  <HyperlinkBase/>
  <HyperlinksChanged>false</HyperlinksChanged>
  <Company>Tarnovell Bioscience Group Ltd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 organisation chart, November 2025</dc:title>
  <dc:subject>Group organisation and reporting lines</dc:subject>
  <dc:creator>Nils Bergstrom</dc:creator>
  <cp:keywords>organisation chart, reporting lines, Tarnovell, 2025, group</cp:keywords>
  <dc:description>generated using python-pptx</dc:description>
  <cp:lastModifiedBy>Nils Bergstrom</cp:lastModifiedBy>
  <cp:revision>12</cp:revision>
  <dcterms:created xsi:type="dcterms:W3CDTF">2025-11-03T10:24:00Z</dcterms:created>
  <dcterms:modified xsi:type="dcterms:W3CDTF">2025-11-12T15:37:00Z</dcterms:modified>
  <cp:category/>
</cp:coreProperties>
</file>