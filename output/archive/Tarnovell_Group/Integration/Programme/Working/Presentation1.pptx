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One Group, Many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Integration programme working draft | Tarnovell Bioscience Group | May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</dc:title>
  <dc:subject>Integration programme working</dc:subject>
  <dc:creator>Sofia Lindervik</dc:creator>
  <cp:keywords>integration; One Group, Many Practices</cp:keywords>
  <dc:description>generated using python-pptx</dc:description>
  <cp:lastModifiedBy>Sofia Lindervik</cp:lastModifiedBy>
  <cp:revision>4</cp:revision>
  <dcterms:created xsi:type="dcterms:W3CDTF">2024-05-07T10:24:00Z</dcterms:created>
  <dcterms:modified xsi:type="dcterms:W3CDTF">2024-05-07T15:37:00Z</dcterms:modified>
  <cp:category/>
</cp:coreProperties>
</file>