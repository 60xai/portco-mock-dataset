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is taken from the workstream owners' September returns. Items marked open have not been closed, even where progress has been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working workbook (v4) is the reference. Do not quote from the group codes until the normalisation assumptions are signed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draft plan is v3. Version 4 should not be circulated until the reviewer comments are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One Group, Many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Steering briefing, September 2026
Sofia Lindervik, Integration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Purpose of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Confirm where each workstream stands at the end of the third quarter</a:t>
            </a:r>
          </a:p>
          <a:p>
            <a:pPr/>
            <a:r>
              <a:rPr sz="2000">
                <a:latin typeface="Arial"/>
              </a:rPr>
              <a:t>Agree the position on price harmonisation before the next group commercial review</a:t>
            </a:r>
          </a:p>
          <a:p>
            <a:pPr/>
            <a:r>
              <a:rPr sz="2000">
                <a:latin typeface="Arial"/>
              </a:rPr>
              <a:t>Confirm how the Osterquill archive will be held apart until access and QA mapping are complete</a:t>
            </a:r>
          </a:p>
          <a:p>
            <a:pPr/>
            <a:r>
              <a:rPr sz="2000">
                <a:latin typeface="Arial"/>
              </a:rPr>
              <a:t>Record the decisions needed from steering members before the Osterquill completion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Workstream status at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Price harmonisation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Three of six integrated firms mapped; historical local currencies and discounts retained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Brand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 to E on the common master; F completing; G legacy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LIMS consolidation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Common export dictionary agreed; local accession numbers retained; cutover dates open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Cross-sell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identity bridge in progress; subsidiary and lookalike checks required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HR and 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Complete for A to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Directory consolidated; G payroll onboarding not started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IT and SharePoint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Local shares preserved as archive roots; leaver folder ownership checks open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G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Completes 1 October 2026; archive held apart pending access and QA mapping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Price harmonisation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Local service names, list prices and currencies are mapped for Vellacombe, Brindlewythe and Merrivoss</a:t>
            </a:r>
          </a:p>
          <a:p>
            <a:pPr/>
            <a:r>
              <a:rPr sz="2000">
                <a:latin typeface="Arial"/>
              </a:rPr>
              <a:t>Quenverell, Westravelle and Durnesswick comparisons are not yet complete and remain marked [TBC] in the working file</a:t>
            </a:r>
          </a:p>
          <a:p>
            <a:pPr/>
            <a:r>
              <a:rPr sz="2000">
                <a:latin typeface="Arial"/>
              </a:rPr>
              <a:t>Historical discounts are being kept as recorded for each firm rather than netted off to a group rate</a:t>
            </a:r>
          </a:p>
          <a:p>
            <a:pPr/>
            <a:r>
              <a:rPr sz="2000">
                <a:latin typeface="Arial"/>
              </a:rPr>
              <a:t>The normalisation assumptions still need sign-off from group finance before any proposed group service codes are used in quotes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Brand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Firms A to E are on the common master template and brand guide</a:t>
            </a:r>
          </a:p>
          <a:p>
            <a:pPr/>
            <a:r>
              <a:rPr sz="2000">
                <a:latin typeface="Arial"/>
              </a:rPr>
              <a:t>Firm F, Durnesswick, is completing its migration; the remaining items are mostly legacy report headers and two signature blocks</a:t>
            </a:r>
          </a:p>
          <a:p>
            <a:pPr/>
            <a:r>
              <a:rPr sz="2000">
                <a:latin typeface="Arial"/>
              </a:rPr>
              <a:t>Firm G, Osterquill, remains on its own legacy brand until it joins the group, and nothing is to be restyled before the archive has been reviewed</a:t>
            </a:r>
          </a:p>
          <a:p>
            <a:pPr/>
            <a:r>
              <a:rPr sz="2000">
                <a:latin typeface="Arial"/>
              </a:rPr>
              <a:t>Client-facing documents already issued keep their original branding, as agreed at the 2020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HR and payroll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directory is consolidated for firms A to F and reporting lines in the HR system match the current organisation chart</a:t>
            </a:r>
          </a:p>
          <a:p>
            <a:pPr/>
            <a:r>
              <a:rPr sz="2000">
                <a:latin typeface="Arial"/>
              </a:rPr>
              <a:t>Payroll for firms A to F runs on the group calendar</a:t>
            </a:r>
          </a:p>
          <a:p>
            <a:pPr/>
            <a:r>
              <a:rPr sz="2000">
                <a:latin typeface="Arial"/>
              </a:rPr>
              <a:t>Firm G payroll onboarding has not started and will need its own plan once the completion date is confirmed</a:t>
            </a:r>
          </a:p>
          <a:p>
            <a:pPr/>
            <a:r>
              <a:rPr sz="2000">
                <a:latin typeface="Arial"/>
              </a:rPr>
              <a:t>Judith Wilson and Nils Bergstrom will confirm the list of G employees who will transfer, with their start dates, before onboarding begins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IT and SharePoint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Each firm's local share is kept as an archive root, with no content merged into the group estate</a:t>
            </a:r>
          </a:p>
          <a:p>
            <a:pPr/>
            <a:r>
              <a:rPr sz="2000">
                <a:latin typeface="Arial"/>
              </a:rPr>
              <a:t>Leaver folders have been identified for each firm but ownership has not been confirmed for all of them</a:t>
            </a:r>
          </a:p>
          <a:p>
            <a:pPr/>
            <a:r>
              <a:rPr sz="2000">
                <a:latin typeface="Arial"/>
              </a:rPr>
              <a:t>Items in the September tracker are open unless the tracker says otherwise; none of the unresolved items should be reported as complete</a:t>
            </a:r>
          </a:p>
          <a:p>
            <a:pPr/>
            <a:r>
              <a:rPr sz="2000">
                <a:latin typeface="Arial"/>
              </a:rPr>
              <a:t>IT will not move a leaver folder until a named owner has checked its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LIMS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common export dictionary is agreed and the fields in it are fixed for the first release</a:t>
            </a:r>
          </a:p>
          <a:p>
            <a:pPr/>
            <a:r>
              <a:rPr sz="2000">
                <a:latin typeface="Arial"/>
              </a:rPr>
              <a:t>Local accession numbers are kept for every firm, so there is no renumbering of existing samples</a:t>
            </a:r>
          </a:p>
          <a:p>
            <a:pPr/>
            <a:r>
              <a:rPr sz="2000">
                <a:latin typeface="Arial"/>
              </a:rPr>
              <a:t>Reviewer comments on the export fields are still open and will be closed before the plan is finalised</a:t>
            </a:r>
          </a:p>
          <a:p>
            <a:pPr/>
            <a:r>
              <a:rPr sz="2000">
                <a:latin typeface="Arial"/>
              </a:rPr>
              <a:t>Cutover dates for firms A to F and the mapping for firm G are still to be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Osterquill: held apart until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Osterquill Toxicology completes its acquisition on 1 October 2026</a:t>
            </a:r>
          </a:p>
          <a:p>
            <a:pPr/>
            <a:r>
              <a:rPr sz="2000">
                <a:latin typeface="Arial"/>
              </a:rPr>
              <a:t>Its archive stays outside the integrated repository until access rights and QA mapping are agreed</a:t>
            </a:r>
          </a:p>
          <a:p>
            <a:pPr/>
            <a:r>
              <a:rPr sz="2000">
                <a:latin typeface="Arial"/>
              </a:rPr>
              <a:t>No Osterquill files are to be moved, renamed or restyled during the hold</a:t>
            </a:r>
          </a:p>
          <a:p>
            <a:pPr/>
            <a:r>
              <a:rPr sz="2000">
                <a:latin typeface="Arial"/>
              </a:rPr>
              <a:t>Scientific and quality leadership at Osterquill will stay in place through the first phase, with a joint review of its records after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Decisions for steering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that the price harmonisation working file stays at v4 until group finance signs off the normalisation assumptions</a:t>
            </a:r>
          </a:p>
          <a:p>
            <a:pPr/>
            <a:r>
              <a:rPr sz="2000">
                <a:latin typeface="Arial"/>
              </a:rPr>
              <a:t>Confirm that firm G onboarding waits for the QA mapping and access review before any data is moved</a:t>
            </a:r>
          </a:p>
          <a:p>
            <a:pPr/>
            <a:r>
              <a:rPr sz="2000">
                <a:latin typeface="Arial"/>
              </a:rPr>
              <a:t>Ask Yasmin Farhat to set the quality review dates for Osterquill records</a:t>
            </a:r>
          </a:p>
          <a:p>
            <a:pPr/>
            <a:r>
              <a:rPr sz="2000">
                <a:latin typeface="Arial"/>
              </a:rPr>
              <a:t>Ask Andrea Beckett to confirm the group finance dates for the first post-completion reporting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Actions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Owners to update their workstream returns by the end of September</a:t>
            </a:r>
          </a:p>
          <a:p>
            <a:pPr/>
            <a:r>
              <a:rPr sz="2000">
                <a:latin typeface="Arial"/>
              </a:rPr>
              <a:t>Price workbook owners to close the open [TBC] items for Quenverell, Westravelle and Durnesswick</a:t>
            </a:r>
          </a:p>
          <a:p>
            <a:pPr/>
            <a:r>
              <a:rPr sz="2000">
                <a:latin typeface="Arial"/>
              </a:rPr>
              <a:t>SharePoint leaver folder owners to confirm ownership before the next tracker snapshot</a:t>
            </a:r>
          </a:p>
          <a:p>
            <a:pPr/>
            <a:r>
              <a:rPr sz="2000">
                <a:latin typeface="Arial"/>
              </a:rPr>
              <a:t>LIMS team to close reviewer comments and circulate the v4 plan for comment</a:t>
            </a:r>
          </a:p>
          <a:p>
            <a:pPr/>
            <a:r>
              <a:rPr sz="2000">
                <a:latin typeface="Arial"/>
              </a:rPr>
              <a:t>Next steering session in October, after the Osterquill completion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Group, Many Practices: steering briefing, September 2026</dc:title>
  <dc:subject>Integration programme steering update</dc:subject>
  <dc:creator>Sofia Lindervik</dc:creator>
  <cp:keywords>One Group Many Practices, steering, integration, September 2026, Tarnovell</cp:keywords>
  <dc:description>generated using python-pptx</dc:description>
  <cp:lastModifiedBy>Sofia Lindervik</cp:lastModifiedBy>
  <cp:revision>12</cp:revision>
  <dcterms:created xsi:type="dcterms:W3CDTF">2026-09-07T10:24:00Z</dcterms:created>
  <dcterms:modified xsi:type="dcterms:W3CDTF">2026-09-21T15:37:00Z</dcterms:modified>
  <cp:category/>
</cp:coreProperties>
</file>