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Formulation screen: working notes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Durnesswick Laboratories Inc, a Tarnovell company | LP | 16 Jul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Recipe card: [TBC]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Loading: XX% w/w, to confirm after the next pilot lot</a:t>
            </a:r>
          </a:p>
          <a:p>
            <a:pPr lvl="1"/>
            <a:r>
              <a:rPr sz="1700">
                <a:latin typeface="Arial"/>
              </a:rPr>
              <a:t>Concentration: [TBC] mg/mL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Durnesswick Laboratories Inc, a Tarnovell company | Confidential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Formulation screen: scratch</dc:title>
  <dc:subject>Working notes</dc:subject>
  <dc:creator>Lena Patel</dc:creator>
  <cp:keywords>formulation screen; recipe card</cp:keywords>
  <dc:description>generated using python-pptx</dc:description>
  <cp:lastModifiedBy>Lena Patel</cp:lastModifiedBy>
  <cp:revision>4</cp:revision>
  <dcterms:created xsi:type="dcterms:W3CDTF">2025-07-16T09:37:00Z</dcterms:created>
  <dcterms:modified xsi:type="dcterms:W3CDTF">2025-07-16T15:24:00Z</dcterms:modified>
  <cp:category/>
</cp:coreProperties>
</file>