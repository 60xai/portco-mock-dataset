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LP: I've kept the handoff wording general. Please don't add turnaround figures to this version until Commercial signs them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LP: Westravelle sequence sheets and system-suitability terminology retained from the source overview. Julia: distinguish our exploratory vehicle ladder and excipient compatibility screen from the formulation set locked at the scale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this slide against the current group framework before it goes to any client. The 2024 wording may have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Stability cross-sell: formulation to stability handoff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Durnesswick Laboratories Inc, a Tarnovell company | Copy of Westravelle stability-services overview | Working copy 03/12/2025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clients ask about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Stability planning follows the intended formulation, pack and storage conditions</a:t>
            </a:r>
          </a:p>
          <a:p>
            <a:pPr lvl="1"/>
            <a:r>
              <a:rPr sz="1700">
                <a:latin typeface="Arial"/>
              </a:rPr>
              <a:t>Clients need an agreed handoff from formulation development to the stability protocol</a:t>
            </a:r>
          </a:p>
          <a:p>
            <a:pPr/>
            <a:r>
              <a:rPr sz="2000">
                <a:latin typeface="Arial"/>
              </a:rPr>
              <a:t>Confirm responsibilities and sample readiness before agreeing the pull schedule</a:t>
            </a:r>
          </a:p>
          <a:p>
            <a:pPr lvl="1"/>
            <a:r>
              <a:rPr sz="1700">
                <a:latin typeface="Arial"/>
              </a:rPr>
              <a:t>Exploratory excipient screens do not establish a locked manufacturing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Westravelle: ICH chamber programme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Service / sequence sheet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Responsible site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ICH chamber 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Storage conditions and pull schedule defined in the stability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Analytical, York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Stability pulls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Assay (% label claim), related substances (% area) and water where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Analytical, York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HPLC method 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Assay and related-substances validation before routine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Westravelle Analytical, York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Handoff: what we own and what we pass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Owned by Durnesswick</a:t>
            </a:r>
          </a:p>
          <a:p>
            <a:pPr lvl="1"/>
            <a:r>
              <a:rPr sz="1500">
                <a:latin typeface="Arial"/>
              </a:rPr>
              <a:t>Formulation set selection and loading</a:t>
            </a:r>
          </a:p>
          <a:p>
            <a:pPr lvl="1"/>
            <a:r>
              <a:rPr sz="1500">
                <a:latin typeface="Arial"/>
              </a:rPr>
              <a:t>Bench sheet records for every screen</a:t>
            </a:r>
          </a:p>
          <a:p>
            <a:pPr lvl="1"/>
            <a:r>
              <a:rPr sz="1500">
                <a:latin typeface="Arial"/>
              </a:rPr>
              <a:t>Scale gate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Passed to the stability partner</a:t>
            </a:r>
          </a:p>
          <a:p>
            <a:pPr lvl="1"/>
            <a:r>
              <a:rPr sz="1500">
                <a:latin typeface="Arial"/>
              </a:rPr>
              <a:t>Packaged pilot lots at the agreed fill</a:t>
            </a:r>
          </a:p>
          <a:p>
            <a:pPr lvl="1"/>
            <a:r>
              <a:rPr sz="1500">
                <a:latin typeface="Arial"/>
              </a:rPr>
              <a:t>Stability protocol and pull schedule</a:t>
            </a:r>
          </a:p>
          <a:p>
            <a:pPr lvl="1"/>
            <a:r>
              <a:rPr sz="1500">
                <a:latin typeface="Arial"/>
              </a:rPr>
              <a:t>Release gate for the stability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Handoff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373" y="1280160"/>
            <a:ext cx="1694949" cy="5029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Where the stability work 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Chamber stability is run by Westravelle Analytical Ltd, a Tarnovell company, under the group framework</a:t>
            </a:r>
          </a:p>
          <a:p>
            <a:pPr lvl="1"/>
            <a:r>
              <a:rPr sz="1700">
                <a:latin typeface="Arial"/>
              </a:rPr>
              <a:t>Durnesswick does not hold chambers and does not report stability results</a:t>
            </a:r>
          </a:p>
          <a:p>
            <a:pPr/>
            <a:r>
              <a:rPr sz="2000">
                <a:latin typeface="Arial"/>
              </a:rPr>
              <a:t>Pull schedules are agreed at the scale gate and confirmed in the stability protocol</a:t>
            </a:r>
          </a:p>
          <a:p>
            <a:pPr/>
            <a:r>
              <a:rPr sz="2000">
                <a:latin typeface="Arial"/>
              </a:rPr>
              <a:t>Client quotes show the two services as separate line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Handoff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 at scale gate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Formulation set 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Formulation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Required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Excipient compatibility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Formulation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Required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Pilot lot packaged to the agreed 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CMC Technical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Required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Stability protocol issued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Stability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Before stability start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identity checked for cross-sell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Before any shared deck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Open points before this goes to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which formulation sets are locked on current programmes</a:t>
            </a:r>
          </a:p>
          <a:p>
            <a:pPr/>
            <a:r>
              <a:rPr sz="2000">
                <a:latin typeface="Arial"/>
              </a:rPr>
              <a:t>Client identity bridge to be completed before sharing with any cross-sell account</a:t>
            </a:r>
          </a:p>
          <a:p>
            <a:pPr/>
            <a:r>
              <a:rPr sz="2000">
                <a:latin typeface="Arial"/>
              </a:rPr>
              <a:t>Pricing stays with Commercial and is not in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Julia Carver, Formulation Development Lead</a:t>
            </a:r>
          </a:p>
          <a:p>
            <a:pPr/>
            <a:r>
              <a:rPr sz="2000">
                <a:latin typeface="Arial"/>
              </a:rPr>
              <a:t>Lena Patel, CMC Technical Transfer Manager</a:t>
            </a:r>
          </a:p>
          <a:p>
            <a:pPr/>
            <a:r>
              <a:rPr sz="2000">
                <a:latin typeface="Arial"/>
              </a:rPr>
              <a:t>Miguel Serrano, Senior Formulation Scientist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Stability cross-sell overview (working copy)</dc:title>
  <dc:subject>Cross-sell overview</dc:subject>
  <dc:creator>Lena Patel</dc:creator>
  <cp:keywords>formulation; stability; handoff; cross-sell</cp:keywords>
  <dc:description>generated using python-pptx</dc:description>
  <cp:lastModifiedBy>Lena Patel</cp:lastModifiedBy>
  <cp:revision>14</cp:revision>
  <dcterms:created xsi:type="dcterms:W3CDTF">2025-03-12T09:37:00Z</dcterms:created>
  <dcterms:modified xsi:type="dcterms:W3CDTF">2025-03-12T15:24:00Z</dcterms:modified>
  <cp:category/>
</cp:coreProperties>
</file>