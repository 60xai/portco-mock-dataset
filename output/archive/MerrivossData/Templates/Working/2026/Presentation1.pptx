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[Study / test article set 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Merrivoss Bioanalysis Inc, a Tarnovell company | Matrix acceptance: [matrix] |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Presentation1</dc:title>
  <dc:subject/>
  <dc:creator>Helen Marchwood</dc:creator>
  <cp:keywords/>
  <dc:description>generated using python-pptx</dc:description>
  <cp:lastModifiedBy>Helen Marchwood</cp:lastModifiedBy>
  <cp:revision>14</cp:revision>
  <dcterms:created xsi:type="dcterms:W3CDTF">2026-04-07T10:23:00Z</dcterms:created>
  <dcterms:modified xsi:type="dcterms:W3CDTF">2026-04-07T15:42:00Z</dcterms:modified>
  <cp:category/>
</cp:coreProperties>
</file>