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Protein-normalized and cell-normalized clearances cannot be compared as interchangeable units. No scaled hepatic clearance calculation 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Acceptance belongs to the incubation and analytical sequence. A favorable clearance estimate is not itself evidence that the matrix was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compound-specific quantitation limits are supplied here. Consult the analyte card before using a marginal slope for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aid identity matching; they do not designate nominated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is the recorded project outcome. No individual shortlist or new progression threshold is supplied. Cross-system disagreement does not identify its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KT12 paired liver systems: clearance readout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Kelbravik Therapeutics ApS | MV-2021-284 | Final readout, 12/20/2021
Dr M. Larkin | 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Study boundary and accession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24 test articles under M21/BIO/06539</a:t>
            </a:r>
          </a:p>
          <a:p>
            <a:pPr/>
            <a:r>
              <a:rPr sz="2000">
                <a:latin typeface="Arial"/>
              </a:rPr>
              <a:t>Study 11/16/2021–12/20/2021; interim 12/03/2021</a:t>
            </a:r>
          </a:p>
          <a:p>
            <a:pPr/>
            <a:r>
              <a:rPr sz="2000">
                <a:latin typeface="Arial"/>
              </a:rPr>
              <a:t>Cyclopropyl carboxamide protease-inhibitor analogues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Matrices and incubation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Microsomal CLint: human and rat liver microsomes, 0.5 mg/mL protein, 1 µM</a:t>
            </a:r>
          </a:p>
          <a:p>
            <a:pPr/>
            <a:r>
              <a:rPr sz="2000">
                <a:latin typeface="Arial"/>
              </a:rPr>
              <a:t>Hepatocyte depletion CLint: human and rat cryopreserved cells, 0.5 × 10^6 cells/mL, 1 µM</a:t>
            </a:r>
          </a:p>
          <a:p>
            <a:pPr/>
            <a:r>
              <a:rPr sz="2000">
                <a:latin typeface="Arial"/>
              </a:rPr>
              <a:t>Keep species and normalization separate throughout the assay worksheet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Matrix acceptance before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Helen Marchwood: review matrix acceptance against the assay worksheet</a:t>
            </a:r>
          </a:p>
          <a:p>
            <a:pPr/>
            <a:r>
              <a:rPr sz="2000">
                <a:latin typeface="Arial"/>
              </a:rPr>
              <a:t>Javier Quintana: review parent-analyte response, blank matrix and carryover</a:t>
            </a:r>
          </a:p>
          <a:p>
            <a:pPr/>
            <a:r>
              <a:rPr sz="2000">
                <a:latin typeface="Arial"/>
              </a:rPr>
              <a:t>Inspect nonmetabolic loss and the evaluable depletion interval before assigning a biological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Analytical limits and fit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Fit the log-linear parent depletion interval; do not extend a slope through terminal signal below quantitation</a:t>
            </a:r>
          </a:p>
          <a:p>
            <a:pPr/>
            <a:r>
              <a:rPr sz="2000">
                <a:latin typeface="Arial"/>
              </a:rPr>
              <a:t>A half-life beyond the incubation window is a bound, not a precise turnover estimate</a:t>
            </a:r>
          </a:p>
          <a:p>
            <a:pPr/>
            <a:r>
              <a:rPr sz="2000">
                <a:latin typeface="Arial"/>
              </a:rPr>
              <a:t>Parent disappearance alone does not identify an enzyme or metabolite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Microsomal CLint: human and rat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Human CLint (µL/min/mg)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Human t½ (min)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 CLint (µL/min/mg)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 t½ (min)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&lt;3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Human microsomes: initial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Hepatocyte depletion CLint: paired species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Human CLint (µL/min/10^6 cells)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 CLint (µL/min/10^6 cells)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7.5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KT12-06402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Human hepatocytes: turnover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KT12 test article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Exposure gate: paired-system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Hepatocyte turnover revealed a clearance route missing from the microsomal screen, changing Kelbravik's shortlist.</a:t>
            </a:r>
          </a:p>
          <a:p>
            <a:pPr/>
            <a:r>
              <a:rPr sz="2000">
                <a:latin typeface="Arial"/>
              </a:rPr>
              <a:t>Do not carry the microsomal preference forward without the intact-cell assessment</a:t>
            </a:r>
          </a:p>
          <a:p>
            <a:pPr/>
            <a:r>
              <a:rPr sz="2000">
                <a:latin typeface="Arial"/>
              </a:rPr>
              <a:t>These incubations do not establish oral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handoff and next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Megan Larkin: retain the paired-system assumptions in the DMPK memo</a:t>
            </a:r>
          </a:p>
          <a:p>
            <a:pPr/>
            <a:r>
              <a:rPr sz="2000">
                <a:latin typeface="Arial"/>
              </a:rPr>
              <a:t>Kelbravik Therapeutics ApS: use the recorded selection direction for the next exposure assessment</a:t>
            </a:r>
          </a:p>
          <a:p>
            <a:pPr/>
            <a:r>
              <a:rPr sz="2000">
                <a:latin typeface="Arial"/>
              </a:rPr>
              <a:t>Keep both matrix tables with selected analyte cards under M21/BIO/06539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KT12 paired liver systems: clearance readout</dc:title>
  <dc:subject>Kelbravik Therapeutics ApS final DMPK readout, 12/20/2021</dc:subject>
  <dc:creator>Megan Larkin</dc:creator>
  <cp:keywords>PRJ0063; matrix acceptance; analytical limits; final</cp:keywords>
  <dc:description>generated using python-pptx</dc:description>
  <cp:lastModifiedBy>Megan Larkin</cp:lastModifiedBy>
  <cp:revision>2</cp:revision>
  <dcterms:created xsi:type="dcterms:W3CDTF">2021-12-20T10:23:00Z</dcterms:created>
  <dcterms:modified xsi:type="dcterms:W3CDTF">2021-12-20T15:42:00Z</dcterms:modified>
  <cp:category/>
</cp:coreProperties>
</file>