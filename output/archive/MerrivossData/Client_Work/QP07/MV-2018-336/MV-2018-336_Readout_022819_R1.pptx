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Kinetic solubility after DMSO dilution is not thermodynamic solubility or proof of formulation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numerical acceptance threshold or quantitation limit is added. Recovery columns travel with the corresponding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referenced test article set, in assay worksheet order; this is not a sorted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structures aid identity matching; they do not designate nominated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Transport asymmetry does not identify a specific transporter. No transporter-inhibition experiment is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QP07 absorption triage: soluble branch, high efflux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Quorenthel Pharma GmbH | MV-2018-336 | Final readout, 02/28/2019
Dr M. Larkin | Merrivoss Bioanalysis Inc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Absorption question and study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32 aminopyrazine test articles; M18/BIO/07750</a:t>
            </a:r>
          </a:p>
          <a:p>
            <a:pPr/>
            <a:r>
              <a:rPr sz="2000">
                <a:latin typeface="Times New Roman"/>
              </a:rPr>
              <a:t>Study 01/28/2019–02/28/2019; interim 02/12/2019</a:t>
            </a:r>
          </a:p>
          <a:p>
            <a:pPr/>
            <a:r>
              <a:rPr sz="2000">
                <a:latin typeface="Times New Roman"/>
              </a:rPr>
              <a:t>Separate dissolved availability, directional flux and unbound plasma fraction before recommending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Matrices and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fu,p by equilibrium dialysis: human plasma, 4 h at 37 °C</a:t>
            </a:r>
          </a:p>
          <a:p>
            <a:pPr/>
            <a:r>
              <a:rPr sz="2000">
                <a:latin typeface="Times New Roman"/>
              </a:rPr>
              <a:t>Caco-2 flux and efflux ratio: bidirectional transport at 10 µM, pH 7.4</a:t>
            </a:r>
          </a:p>
          <a:p>
            <a:pPr/>
            <a:r>
              <a:rPr sz="2000">
                <a:latin typeface="Times New Roman"/>
              </a:rPr>
              <a:t>DMSO-dilution solubility: PBS at pH 7.4; kinetic 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Matrix acceptance: recovery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Helen Marchwood: review dialysis and transport recovery with the assay worksheet</a:t>
            </a:r>
          </a:p>
          <a:p>
            <a:pPr/>
            <a:r>
              <a:rPr sz="2000">
                <a:latin typeface="Times New Roman"/>
              </a:rPr>
              <a:t>Javier Quintana: evaluate donor, receiver and plasma response in their respective matrices</a:t>
            </a:r>
          </a:p>
          <a:p>
            <a:pPr/>
            <a:r>
              <a:rPr sz="2000">
                <a:latin typeface="Times New Roman"/>
              </a:rPr>
              <a:t>Inspect monolayer integrity and nonspecific loss before interpreting weak receiver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Analytical limits on ratios and fractions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Efflux ratio is B-A Papp divided by A-B Papp; a weak denominator can make the ratio unstable</a:t>
            </a:r>
          </a:p>
          <a:p>
            <a:pPr/>
            <a:r>
              <a:rPr sz="2000">
                <a:latin typeface="Times New Roman"/>
              </a:rPr>
              <a:t>Very low unbound signal requires the analyte-specific quantitation limit</a:t>
            </a:r>
          </a:p>
          <a:p>
            <a:pPr/>
            <a:r>
              <a:rPr sz="2000">
                <a:latin typeface="Times New Roman"/>
              </a:rPr>
              <a:t>Neither binding nor solubility alone predicts oral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Human plasma: binding and recovery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% bound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Unbound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Recovery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12.18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Caco-2: directional flux with recovery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Papp A-B (10^-6 cm/s)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Papp B-A (10^-6 cm/s)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Efflux ratio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Recovery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Bidirectional asymmetry across QP07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DMSO-dilution solubility in PBS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Solubility (µM)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&gt;200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&gt;200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4.3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&lt;1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QP07-08594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QP07 aminopyrazines: structure context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Decision after matrix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High efflux persisted in the otherwise soluble branch</a:t>
            </a:r>
          </a:p>
          <a:p>
            <a:pPr/>
            <a:r>
              <a:rPr sz="2000">
                <a:latin typeface="Times New Roman"/>
              </a:rPr>
              <a:t>Quorenthel chose to redesign the exposed amine rather than increase lipophilicity</a:t>
            </a:r>
          </a:p>
          <a:p>
            <a:pPr/>
            <a:r>
              <a:rPr sz="2000">
                <a:latin typeface="Times New Roman"/>
              </a:rPr>
              <a:t>Keep solubility and binding alongside permeability in the next test article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Carry into the next chemistry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Quorenthel Pharma GmbH: alter exposed-amine presentation and retain the soluble branch as comparator</a:t>
            </a:r>
          </a:p>
          <a:p>
            <a:pPr/>
            <a:r>
              <a:rPr sz="2000">
                <a:latin typeface="Times New Roman"/>
              </a:rPr>
              <a:t>Megan Larkin: carry directional-flux limitations into the DMPK memo</a:t>
            </a:r>
          </a:p>
          <a:p>
            <a:pPr/>
            <a:r>
              <a:rPr sz="2000">
                <a:latin typeface="Times New Roman"/>
              </a:rPr>
              <a:t>Repeat combined triage on the revised set; trace the current data through M18/BIO/07750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Merrivoss Bioanalysis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QP07 absorption triage: soluble branch, high efflux</dc:title>
  <dc:subject>Quorenthel Pharma GmbH final DMPK readout, 02/28/2019</dc:subject>
  <dc:creator>Megan Larkin</dc:creator>
  <cp:keywords>PRJ0060; matrix acceptance; analytical limits; final</cp:keywords>
  <dc:description>generated using python-pptx</dc:description>
  <cp:lastModifiedBy>Megan Larkin</cp:lastModifiedBy>
  <cp:revision>7</cp:revision>
  <dcterms:created xsi:type="dcterms:W3CDTF">2019-02-28T10:23:00Z</dcterms:created>
  <dcterms:modified xsi:type="dcterms:W3CDTF">2019-02-28T15:42:00Z</dcterms:modified>
  <cp:category/>
</cp:coreProperties>
</file>