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matrix-specific method details remain in the analytical study record. No unrecorded matrix or numerical acceptance limit is assigned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readout does not reproduce individual matrix acceptance results or replace the assay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exposure conclusion remains conditional on the original analytical range and handling of below-quantitation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 record dates, not individual analytical run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Comparable is the completed study interpretation. It is not a formal bioequivalence interval or a manufacturing release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broaden this lot-specific conclusion into a general product-equivalence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 R1. No additional numerical exposure claim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NM-84: dosing-lot exposure 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MV-2023-288 | Nimbravelle Medicines Inc
11/27/2023 | Megan Larkin | Final R1
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Study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Does the dosing-lot change alter the exposure basis of the existing efficacy interpretation?</a:t>
            </a:r>
          </a:p>
          <a:p>
            <a:pPr/>
            <a:r>
              <a:rPr sz="2000">
                <a:latin typeface="Arial"/>
              </a:rPr>
              <a:t>Study MV-2023-288; accession M23/BIO/06630.</a:t>
            </a:r>
          </a:p>
          <a:p>
            <a:pPr/>
            <a:r>
              <a:rPr sz="2000">
                <a:latin typeface="Arial"/>
              </a:rPr>
              <a:t>Rat exposure with tandem-MS bioanalysis addresses the lot bridge, rather than a new efficacy question.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Species and matrix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Species: rat. Retain the original dosing and sampling context with the lot comparison.</a:t>
            </a:r>
          </a:p>
          <a:p>
            <a:pPr/>
            <a:r>
              <a:rPr sz="2000">
                <a:latin typeface="Arial"/>
              </a:rPr>
              <a:t>Interpret concentrations within the sampled matrix and its matching calibration conditions.</a:t>
            </a:r>
          </a:p>
          <a:p>
            <a:pPr/>
            <a:r>
              <a:rPr sz="2000">
                <a:latin typeface="Arial"/>
              </a:rPr>
              <a:t>Do not transfer the conclusion to another species or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Matrix acceptance before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Consider calibration, matrix controls and sample handling together.</a:t>
            </a:r>
          </a:p>
          <a:p>
            <a:pPr/>
            <a:r>
              <a:rPr sz="2000">
                <a:latin typeface="Arial"/>
              </a:rPr>
              <a:t>Compare the dosing lots through measurements suitable for the same analytical question.</a:t>
            </a:r>
          </a:p>
          <a:p>
            <a:pPr/>
            <a:r>
              <a:rPr sz="2000">
                <a:latin typeface="Arial"/>
              </a:rPr>
              <a:t>Helen Marchwood is the Bioanalytical Quality Manager for this study.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Analytical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Tandem-MS response supports measurement; signal alone does not establish vial identity.</a:t>
            </a:r>
          </a:p>
          <a:p>
            <a:pPr/>
            <a:r>
              <a:rPr sz="2000">
                <a:latin typeface="Arial"/>
              </a:rPr>
              <a:t>A result below the quantitation limit is qualified, not a measured zero.</a:t>
            </a:r>
          </a:p>
          <a:p>
            <a:pPr/>
            <a:r>
              <a:rPr sz="2000">
                <a:latin typeface="Arial"/>
              </a:rPr>
              <a:t>Javier Quintana is the Mass-Spectrometry Manager.</a:t>
            </a:r>
          </a:p>
          <a:p>
            <a:pPr/>
            <a:r>
              <a:rPr sz="2000">
                <a:latin typeface="Arial"/>
              </a:rPr>
              <a:t>No numerical lower limit is stated in this 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Accession lots and dosing linkage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Preserve the original lot designation alongside dosing and analytical entries.</a:t>
            </a:r>
          </a:p>
          <a:p>
            <a:pPr/>
            <a:r>
              <a:rPr sz="2000">
                <a:latin typeface="Arial"/>
              </a:rPr>
              <a:t>Use M23/BIO/06630 to trace study material.</a:t>
            </a:r>
          </a:p>
          <a:p>
            <a:pPr/>
            <a:r>
              <a:rPr sz="2000">
                <a:latin typeface="Arial"/>
              </a:rPr>
              <a:t>The NM-84 name alone does not establish interchangeability.</a:t>
            </a:r>
          </a:p>
          <a:p>
            <a:pPr/>
            <a:r>
              <a:rPr sz="2000">
                <a:latin typeface="Arial"/>
              </a:rPr>
              <a:t>Keep the dosing-lot change visible in the analyte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Study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42" y="1280160"/>
            <a:ext cx="1702011" cy="5029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Reading the exposure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comparison concerns exposure across the original and replacement dosing lots.</a:t>
            </a:r>
          </a:p>
          <a:p>
            <a:pPr/>
            <a:r>
              <a:rPr sz="2000">
                <a:latin typeface="Arial"/>
              </a:rPr>
              <a:t>Retain dose, route and sampling assumptions when quoting the conclusion.</a:t>
            </a:r>
          </a:p>
          <a:p>
            <a:pPr/>
            <a:r>
              <a:rPr sz="2000">
                <a:latin typeface="Arial"/>
              </a:rPr>
              <a:t>Integrated exposure is expressed in ng·h/mL; no numerical AUC values are reproduced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Completed study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Comparable exposure across the two lots allowed Nimbravelle Medicines Inc to retain the original efficacy interpretation.</a:t>
            </a:r>
          </a:p>
          <a:p>
            <a:pPr/>
            <a:r>
              <a:rPr sz="2000">
                <a:latin typeface="Arial"/>
              </a:rPr>
              <a:t>The lot change did not require a revised exposure explanation for the efficacy observation.</a:t>
            </a:r>
          </a:p>
          <a:p>
            <a:pPr/>
            <a:r>
              <a:rPr sz="2000">
                <a:latin typeface="Arial"/>
              </a:rPr>
              <a:t>This conclusion is specific to NM-84 and the completed bridge.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Boundaries of the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bridge does not establish efficacy in another model.</a:t>
            </a:r>
          </a:p>
          <a:p>
            <a:pPr/>
            <a:r>
              <a:rPr sz="2000">
                <a:latin typeface="Arial"/>
              </a:rPr>
              <a:t>A new formulation, route or species requires its own exposure assessment.</a:t>
            </a:r>
          </a:p>
          <a:p>
            <a:pPr/>
            <a:r>
              <a:rPr sz="2000">
                <a:latin typeface="Arial"/>
              </a:rPr>
              <a:t>Future accession lots still require their own material and analytical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DMPK memo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Megan Larkin: retain the original efficacy interpretation with this bridge cited.</a:t>
            </a:r>
          </a:p>
          <a:p>
            <a:pPr/>
            <a:r>
              <a:rPr sz="2000">
                <a:latin typeface="Arial"/>
              </a:rPr>
              <a:t>Javier Quintana: preserve analytical linkage in the study record.</a:t>
            </a:r>
          </a:p>
          <a:p>
            <a:pPr/>
            <a:r>
              <a:rPr sz="2000">
                <a:latin typeface="Arial"/>
              </a:rPr>
              <a:t>Helen Marchwood: retain matrix acceptance documentation with the assay worksheet.</a:t>
            </a:r>
          </a:p>
          <a:p>
            <a:pPr/>
            <a:r>
              <a:rPr sz="2000">
                <a:latin typeface="Arial"/>
              </a:rPr>
              <a:t>Quote project and accession identifiers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disposition | 11/27/2023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MV-2023-288 is completed.</a:t>
            </a:r>
          </a:p>
          <a:p>
            <a:pPr/>
            <a:r>
              <a:rPr sz="2000">
                <a:latin typeface="Arial"/>
              </a:rPr>
              <a:t>Nimbravelle Medicines Inc may retain the original efficacy interpretation on the basis of comparable lot exposure.</a:t>
            </a:r>
          </a:p>
          <a:p>
            <a:pPr/>
            <a:r>
              <a:rPr sz="2000">
                <a:latin typeface="Arial"/>
              </a:rPr>
              <a:t>Carry analytical assumptions with the conclusion whenever it is reused.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NM-84: dosing-lot exposure bridge</dc:title>
  <dc:subject>Final NM-84 dosing-lot bridge readout for Nimbravelle Medicines Inc. Rat exposure with tandem-MS bioanalysis supports retention of the original efficacy interpretation; analytical assumptions precede the qualitative conclusion.</dc:subject>
  <dc:creator>Megan Larkin</dc:creator>
  <cp:keywords>Merrivoss; DMPK; matrix acceptance</cp:keywords>
  <dc:description>generated using python-pptx</dc:description>
  <cp:lastModifiedBy>Megan Larkin</cp:lastModifiedBy>
  <cp:revision>14</cp:revision>
  <dcterms:created xsi:type="dcterms:W3CDTF">2023-11-27T10:23:00Z</dcterms:created>
  <dcterms:modified xsi:type="dcterms:W3CDTF">2023-11-27T15:42:00Z</dcterms:modified>
  <cp:category/>
</cp:coreProperties>
</file>