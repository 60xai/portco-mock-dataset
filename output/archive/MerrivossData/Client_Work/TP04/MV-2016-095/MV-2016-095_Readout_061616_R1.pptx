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describe the tested probe and incubation conditions. This is not a clinical interaction prediction or a complete time-dependent inhibition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Helen Marchwood reviews control response against the laboratory acceptance window. Javier Quintana reviews the metabolite analytical sequence. Each supplied control value is shown with its historical comparator.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Compound-specific analytical quantitation limits are not supplied. Consult the assay worksheet for marginal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Isoform counts overlap; do not sum them to obtain affected test 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aid identity matching; they do not designate nominated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below-1 µM count is included in the below-10 µM count. No additional compound shortlist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TP04 DDI assessment: screen and CYP3A4 confirmation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Tervemere Pharma AG | MV-2016-095 | Final readout, 06/16/2016
Dr M. Larkin | Merrivoss Bioanalysis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Test article set and study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18 test articles under M16/BIO/02193</a:t>
            </a:r>
          </a:p>
          <a:p>
            <a:pPr/>
            <a:r>
              <a:rPr sz="2000">
                <a:latin typeface="Times New Roman"/>
              </a:rPr>
              <a:t>Aminopyrazolopyrimidine inflammatory-signal kinase analogues; study 05/30/2016–06/16/2016, interim 06/07/2016</a:t>
            </a:r>
          </a:p>
          <a:p>
            <a:pPr/>
            <a:r>
              <a:rPr sz="2000">
                <a:latin typeface="Times New Roman"/>
              </a:rPr>
              <a:t>Five-isoform DDI screen at 10 µM followed by CYP3A4 inhibition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Human microsomal matrix and readout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Human liver microsomes with isoform-selective probe substrates</a:t>
            </a:r>
          </a:p>
          <a:p>
            <a:pPr/>
            <a:r>
              <a:rPr sz="2000">
                <a:latin typeface="Times New Roman"/>
              </a:rPr>
              <a:t>Screen: mean inhibition relative to vehicle at 10 µM</a:t>
            </a:r>
          </a:p>
          <a:p>
            <a:pPr/>
            <a:r>
              <a:rPr sz="2000">
                <a:latin typeface="Times New Roman"/>
              </a:rPr>
              <a:t>Confirmation: midazolam 1′-hydroxylation concentration response; IC50 in µM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Matrix acceptance: reference inhibitor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Isoform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Reference inhibitor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IC50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Historical mean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CYP1A2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Furafylline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CYP2C9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Sulfaphenazole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CYP2C19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Ticlopidine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1.2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CYP2D6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Quinidine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0.060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CYP3A4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Ketoconazole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0.030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Reporting limits before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Single-point inhibition flags a follow-up question; it is not an IC50</a:t>
            </a:r>
          </a:p>
          <a:p>
            <a:pPr/>
            <a:r>
              <a:rPr sz="2000">
                <a:latin typeface="Times New Roman"/>
              </a:rPr>
              <a:t>Negative inhibition denotes response above the vehicle comparator, not enzyme activation</a:t>
            </a:r>
          </a:p>
          <a:p>
            <a:pPr/>
            <a:r>
              <a:rPr sz="2000">
                <a:latin typeface="Times New Roman"/>
              </a:rPr>
              <a:t>An IC50 above the top concentration remains a bound; do not assign a finite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Five-isoform DDI screen: compound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CYP1A2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CYP2C9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CYP2C19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CYP2D6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CYP3A4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CYP3A4 single-point inhibition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Screen flags across the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5 test articles exceeded 50% in at least one isoform</a:t>
            </a:r>
          </a:p>
          <a:p>
            <a:pPr/>
            <a:r>
              <a:rPr sz="2000">
                <a:latin typeface="Times New Roman"/>
              </a:rPr>
              <a:t>CYP3A4: 5 above 50%; CYP2C19: 5; CYP2C9: 4</a:t>
            </a:r>
          </a:p>
          <a:p>
            <a:pPr/>
            <a:r>
              <a:rPr sz="2000">
                <a:latin typeface="Times New Roman"/>
              </a:rPr>
              <a:t>CYP1A2: 2; CYP2D6: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CYP3A4 inhibition curves: fitted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IC50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Probe substrate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TP04-02820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midazolam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TP04: representative test article structures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Confirmation and chemistry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18 test articles evaluated in CYP3A4 concentration response</a:t>
            </a:r>
          </a:p>
          <a:p>
            <a:pPr/>
            <a:r>
              <a:rPr sz="2000">
                <a:latin typeface="Times New Roman"/>
              </a:rPr>
              <a:t>5 below 10 µM; 1 below 1 µM</a:t>
            </a:r>
          </a:p>
          <a:p>
            <a:pPr/>
            <a:r>
              <a:rPr sz="2000">
                <a:latin typeface="Times New Roman"/>
              </a:rPr>
              <a:t>Tervemere retained the low-interaction branch after the concentration-response work confirmed the screen's rank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Final DMPK memo and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Carry the retained low-interaction branch into subsequent profiling</a:t>
            </a:r>
          </a:p>
          <a:p>
            <a:pPr/>
            <a:r>
              <a:rPr sz="2000">
                <a:latin typeface="Times New Roman"/>
              </a:rPr>
              <a:t>Megan Larkin: state the probe-specific interpretation and exposure assumptions</a:t>
            </a:r>
          </a:p>
          <a:p>
            <a:pPr/>
            <a:r>
              <a:rPr sz="2000">
                <a:latin typeface="Times New Roman"/>
              </a:rPr>
              <a:t>Keep controls, single-point results and fitted endpoints together under M16/BIO/02193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TP04 DDI assessment: screen and CYP3A4 confirmation</dc:title>
  <dc:subject>Tervemere Pharma AG final DMPK readout, 06/16/2016</dc:subject>
  <dc:creator>Megan Larkin</dc:creator>
  <cp:keywords>PRJ0058; matrix acceptance; analytical limits; final</cp:keywords>
  <dc:description>generated using python-pptx</dc:description>
  <cp:lastModifiedBy>Megan Larkin</cp:lastModifiedBy>
  <cp:revision>12</cp:revision>
  <dcterms:created xsi:type="dcterms:W3CDTF">2016-06-16T10:23:00Z</dcterms:created>
  <dcterms:modified xsi:type="dcterms:W3CDTF">2016-06-16T15:42:00Z</dcterms:modified>
  <cp:category/>
</cp:coreProperties>
</file>