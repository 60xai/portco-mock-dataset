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project count is not an animal count or a claim that every test article has a PK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Route comparison assumes comparable assay performance and sufficiently linear disposition over the dose range. Individual concentration-time profiles are held in the bioanalytical data package; this deck shows derived parameters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Exposure is conventionally expressed in ng·h/mL. No numerical AUC or concentration-time profile is reconstructed from clearance and bioavailability.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referenced test article set, in assay worksheet order; this is not a sorted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referenced test article set, in assay worksheet order; this is not a sorted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Representative structures aid identity matching; they do not designate nominated leads.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interpretation concerns the project exposure gate, not a common mechanism assigned to every analogue.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AT15 Oral/IV PK: exposure and vehicle decision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Aldrevessa Therapeutics | MV-2015-240 | Final readout, 12/21/2015
Dr M. Larkin | Merrivoss Bioanalysis Inc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Study scope and displayed subset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40 test articles in the project record; M15/BIO/05540</a:t>
            </a:r>
          </a:p>
          <a:p>
            <a:pPr/>
            <a:r>
              <a:rPr sz="2000">
                <a:latin typeface="Times New Roman"/>
              </a:rPr>
              <a:t>The supplied PK table covers the measured subset, not the entire accession lot</a:t>
            </a:r>
          </a:p>
          <a:p>
            <a:pPr/>
            <a:r>
              <a:rPr sz="2000">
                <a:latin typeface="Times New Roman"/>
              </a:rPr>
              <a:t>Study 11/16/2015–12/21/2015; interim review 12/03/2015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Rat matrix and route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Rat plasma parent-analyte measurements by tandem-MS bioanalysis</a:t>
            </a:r>
          </a:p>
          <a:p>
            <a:pPr/>
            <a:r>
              <a:rPr sz="2000">
                <a:latin typeface="Times New Roman"/>
              </a:rPr>
              <a:t>Protocol: 1 mg/kg IV and 5 mg/kg PO; n=3</a:t>
            </a:r>
          </a:p>
          <a:p>
            <a:pPr/>
            <a:r>
              <a:rPr sz="2000">
                <a:latin typeface="Times New Roman"/>
              </a:rPr>
              <a:t>Use dose-normalized route exposure for bioavailability; IV clearance describes systemic disposition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Matrix acceptance comes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Helen Marchwood: review rat-plasma matrix acceptance for reporting sequences</a:t>
            </a:r>
          </a:p>
          <a:p>
            <a:pPr/>
            <a:r>
              <a:rPr sz="2000">
                <a:latin typeface="Times New Roman"/>
              </a:rPr>
              <a:t>Javier Quintana: inspect calibration, extracted controls and carryover for each analyte</a:t>
            </a:r>
          </a:p>
          <a:p>
            <a:pPr/>
            <a:r>
              <a:rPr sz="2000">
                <a:latin typeface="Times New Roman"/>
              </a:rPr>
              <a:t>A plausible PK profile does not establish satisfactory analytical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Analytical and sampling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Terminal estimates require quantifiable late samples and an identifiable elimination interval</a:t>
            </a:r>
          </a:p>
          <a:p>
            <a:pPr/>
            <a:r>
              <a:rPr sz="2000">
                <a:latin typeface="Times New Roman"/>
              </a:rPr>
              <a:t>Do not replace below-quantitation observations with invented concentrations</a:t>
            </a:r>
          </a:p>
          <a:p>
            <a:pPr/>
            <a:r>
              <a:rPr sz="2000">
                <a:latin typeface="Times New Roman"/>
              </a:rPr>
              <a:t>AUC, Cmax, sampling times and compound-specific quantitation limits are not supplied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Rat Oral/IV PK: supplied parameters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Compound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CL (mL/min/kg)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Vss (L/kg)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t½ (h)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F (%)</a:t>
                      </a:r>
                    </a:p>
                  </a:txBody>
                  <a:tcPr>
                    <a:solidFill>
                      <a:srgbClr val="284F7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AT15-01604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67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AT15-01606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AT15-01610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4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AT15-01612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59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AT15-01616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36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AT15-01618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35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Systemic disposition: IV clearance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Route comparison: oral bioavailability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0732" y="1280160"/>
            <a:ext cx="8470231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AT15 sulfonyl piperazines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77295" cy="433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Read the routes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Acceptable systemic clearance does not establish satisfactory absorption</a:t>
            </a:r>
          </a:p>
          <a:p>
            <a:pPr/>
            <a:r>
              <a:rPr sz="2000">
                <a:latin typeface="Times New Roman"/>
              </a:rPr>
              <a:t>The recorded project interpretation was limited oral exposure despite acceptable systemic clearance</a:t>
            </a:r>
          </a:p>
          <a:p>
            <a:pPr/>
            <a:r>
              <a:rPr sz="2000">
                <a:latin typeface="Times New Roman"/>
              </a:rPr>
              <a:t>Bioavailability varies across the displayed subset; the vehicle decision does not mean uniformly poor 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Decision: revisit the dosing vehicle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Aldrevessa Therapeutics returned to the vehicle before the next oral exposure assessment</a:t>
            </a:r>
          </a:p>
          <a:p>
            <a:pPr/>
            <a:r>
              <a:rPr sz="2000">
                <a:latin typeface="Times New Roman"/>
              </a:rPr>
              <a:t>Review delivery, dispersion and dose preparation alongside the parent-analyte record</a:t>
            </a:r>
          </a:p>
          <a:p>
            <a:pPr/>
            <a:r>
              <a:rPr sz="2000">
                <a:latin typeface="Times New Roman"/>
              </a:rPr>
              <a:t>Preserve a suitable IV reference in the repeat comparison to separate formulation from disposition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84F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FFFFFF"/>
                </a:solidFill>
                <a:latin typeface="Arial"/>
              </a:rPr>
              <a:t>Final handoff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Megan Larkin: retain route assumptions in the DMPK memo</a:t>
            </a:r>
          </a:p>
          <a:p>
            <a:pPr/>
            <a:r>
              <a:rPr sz="2000">
                <a:latin typeface="Times New Roman"/>
              </a:rPr>
              <a:t>Javier Quintana: keep analytical limits with the analyte cards</a:t>
            </a:r>
          </a:p>
          <a:p>
            <a:pPr/>
            <a:r>
              <a:rPr sz="2000">
                <a:latin typeface="Times New Roman"/>
              </a:rPr>
              <a:t>Archive the current summary under M15/BIO/05540; vehicle follow-up is a subsequent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Merrivoss Bioanalysis Inc | Confidential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Merrivoss Bioanalysis Inc</Company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AT15 Oral/IV PK: exposure and vehicle decision</dc:title>
  <dc:subject>Aldrevessa Therapeutics final DMPK readout, 12/21/2015</dc:subject>
  <dc:creator>Megan Larkin</dc:creator>
  <cp:keywords>PRJ0057; matrix acceptance; analytical limits; final</cp:keywords>
  <dc:description>generated using python-pptx</dc:description>
  <cp:lastModifiedBy>Megan Larkin</cp:lastModifiedBy>
  <cp:revision>16</cp:revision>
  <dcterms:created xsi:type="dcterms:W3CDTF">2015-12-21T10:23:00Z</dcterms:created>
  <dcterms:modified xsi:type="dcterms:W3CDTF">2015-12-21T15:42:00Z</dcterms:modified>
  <cp:category/>
</cp:coreProperties>
</file>