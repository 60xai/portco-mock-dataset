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Acceptance limits are assay- and study-specific; this deck does not replace the approved run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Biochemical potency does not establish cellular activity or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channel result needs exposure context. A censored IC50 is a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repeat uses a documented change and retains the original run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Henning Flantz coordinates reconciliation. Material requirements are calculated for the agreed study, not a universal submission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failed acceptance step returns to the run sheet and repeat decision before ranking. John Mckinney coordinates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Client-specific results and molecule grids are not included in this general capability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Screening capabilities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Revision C | 09 Apr 2025 | Dr L. Benmezroun, Study Director
Brindlewythe Biosciences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Build the screening set around the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Primary potency assay: rank activity under defined conditions.</a:t>
            </a:r>
          </a:p>
          <a:p>
            <a:pPr/>
            <a:r>
              <a:rPr sz="2000">
                <a:latin typeface="Arial"/>
              </a:rPr>
              <a:t>Selectivity sweep: compare off-target inhibition at a stated concentration.</a:t>
            </a:r>
          </a:p>
          <a:p>
            <a:pPr/>
            <a:r>
              <a:rPr sz="2000">
                <a:latin typeface="Arial"/>
              </a:rPr>
              <a:t>hERG automated patch clamp and 5-isoform CYP panel: identify liabilities for follow-up.</a:t>
            </a:r>
          </a:p>
          <a:p>
            <a:pPr/>
            <a:r>
              <a:rPr sz="2000">
                <a:latin typeface="Arial"/>
              </a:rPr>
              <a:t>RED PPB: measure binding with recovery checks.</a:t>
            </a:r>
          </a:p>
          <a:p>
            <a:pPr/>
            <a:r>
              <a:rPr sz="2000">
                <a:latin typeface="Arial"/>
              </a:rPr>
              <a:t>Agree the screen gate, sample requirements and reporting limits before study start.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Plate acceptance comes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Define control ranges and repeat rules in the study plan.</a:t>
            </a:r>
          </a:p>
          <a:p>
            <a:pPr/>
            <a:r>
              <a:rPr sz="1800">
                <a:latin typeface="Arial"/>
              </a:rPr>
              <a:t>Inspect reference response, vehicle baseline and assay signal before releasing results.</a:t>
            </a:r>
          </a:p>
          <a:p>
            <a:pPr/>
            <a:r>
              <a:rPr sz="1800">
                <a:latin typeface="Arial"/>
              </a:rPr>
              <a:t>Record exclusions and repeat reasons on the run sheet.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Ines Alvarado coordinates acceptance records.</a:t>
            </a:r>
          </a:p>
          <a:p>
            <a:pPr/>
            <a:r>
              <a:rPr sz="1800">
                <a:latin typeface="Arial"/>
              </a:rPr>
              <a:t>Separate assay failure from a compound-specific limitation.</a:t>
            </a:r>
          </a:p>
          <a:p>
            <a:pPr/>
            <a:r>
              <a:rPr sz="1800">
                <a:latin typeface="Arial"/>
              </a:rPr>
              <a:t>Retain qualified results with their notes.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Primary potency assay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Concentration response in nM or µM with assay conditions stated.</a:t>
            </a:r>
          </a:p>
          <a:p>
            <a:pPr/>
            <a:r>
              <a:rPr sz="1800">
                <a:latin typeface="Arial"/>
              </a:rPr>
              <a:t>Agree ATP conditions, concentration spacing, replication and reference compound.</a:t>
            </a:r>
          </a:p>
          <a:p>
            <a:pPr/>
            <a:r>
              <a:rPr sz="1800">
                <a:latin typeface="Arial"/>
              </a:rPr>
              <a:t>Inspect curve shape and assay window before ranking.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Require compound identity, test-lot reference and stock concentration.</a:t>
            </a:r>
          </a:p>
          <a:p>
            <a:pPr/>
            <a:r>
              <a:rPr sz="1800">
                <a:latin typeface="Arial"/>
              </a:rPr>
              <a:t>Confirm solvent compatibility and solubility across the requested range.</a:t>
            </a:r>
          </a:p>
          <a:p>
            <a:pPr/>
            <a:r>
              <a:rPr sz="1800">
                <a:latin typeface="Arial"/>
              </a:rPr>
              <a:t>Report incomplete responses as bounded or qualified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Selectivity sweep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Agree the off-target kinase list and screening concentration.</a:t>
            </a:r>
          </a:p>
          <a:p>
            <a:pPr/>
            <a:r>
              <a:rPr sz="1800">
                <a:latin typeface="Arial"/>
              </a:rPr>
              <a:t>Report inhibition in percent at that concentration; preserve the full fingerprint.</a:t>
            </a:r>
          </a:p>
          <a:p>
            <a:pPr/>
            <a:r>
              <a:rPr sz="1800">
                <a:latin typeface="Arial"/>
              </a:rPr>
              <a:t>Use follow-up concentration responses for selected findings.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Provide compatible stock sufficient for the panel and controls.</a:t>
            </a:r>
          </a:p>
          <a:p>
            <a:pPr/>
            <a:r>
              <a:rPr sz="1800">
                <a:latin typeface="Arial"/>
              </a:rPr>
              <a:t>Retain identity across potency and sweep run sheets.</a:t>
            </a:r>
          </a:p>
          <a:p>
            <a:pPr/>
            <a:r>
              <a:rPr sz="1800">
                <a:latin typeface="Arial"/>
              </a:rPr>
              <a:t>Choose representatives for the chemistry question, not only potency.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hERG automated patch clamp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Ravi Deshmukh leads electrophysiology interpretation.</a:t>
            </a:r>
          </a:p>
          <a:p>
            <a:pPr/>
            <a:r>
              <a:rPr sz="1800">
                <a:latin typeface="Arial"/>
              </a:rPr>
              <a:t>Assess vehicle response, cell stability and E-4031 response before release.</a:t>
            </a:r>
          </a:p>
          <a:p>
            <a:pPr/>
            <a:r>
              <a:rPr sz="1800">
                <a:latin typeface="Arial"/>
              </a:rPr>
              <a:t>Report cell-level responses, summary IC50 and tested concentration limit.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Confirm stock concentration, solvent and requested top concentration.</a:t>
            </a:r>
          </a:p>
          <a:p>
            <a:pPr/>
            <a:r>
              <a:rPr sz="1800">
                <a:latin typeface="Arial"/>
              </a:rPr>
              <a:t>Discuss solubility constraints before test-lot dispatch.</a:t>
            </a:r>
          </a:p>
          <a:p>
            <a:pPr/>
            <a:r>
              <a:rPr sz="1800">
                <a:latin typeface="Arial"/>
              </a:rPr>
              <a:t>Keep cell-count, unstable-response and censored-result notes attached.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5-isoform CYP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Screen inhibition under defined substrate and incubation conditions.</a:t>
            </a:r>
          </a:p>
          <a:p>
            <a:pPr/>
            <a:r>
              <a:rPr sz="1800">
                <a:latin typeface="Arial"/>
              </a:rPr>
              <a:t>Interpret reference-inhibitor response before ranking.</a:t>
            </a:r>
          </a:p>
          <a:p>
            <a:pPr/>
            <a:r>
              <a:rPr sz="1800">
                <a:latin typeface="Arial"/>
              </a:rPr>
              <a:t>Use 3A4 concentration response for a selected follow-up question.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Provide identity, stock concentration and solvent composition.</a:t>
            </a:r>
          </a:p>
          <a:p>
            <a:pPr/>
            <a:r>
              <a:rPr sz="1800">
                <a:latin typeface="Arial"/>
              </a:rPr>
              <a:t>Confirm material against the agreed range and repeat allowance.</a:t>
            </a:r>
          </a:p>
          <a:p>
            <a:pPr/>
            <a:r>
              <a:rPr sz="1800">
                <a:latin typeface="Arial"/>
              </a:rPr>
              <a:t>Do not turn a single screening point into an IC50.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RED PPB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Equilibrium dialysis with matrix and incubation conditions stated.</a:t>
            </a:r>
          </a:p>
          <a:p>
            <a:pPr/>
            <a:r>
              <a:rPr sz="1800">
                <a:latin typeface="Arial"/>
              </a:rPr>
              <a:t>Check recovery before interpreting bound and unbound fractions.</a:t>
            </a:r>
          </a:p>
          <a:p>
            <a:pPr/>
            <a:r>
              <a:rPr sz="1800">
                <a:latin typeface="Arial"/>
              </a:rPr>
              <a:t>Investigate low recovery before compound ranking.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Agree species, matrix, test concentration and stock compatibility.</a:t>
            </a:r>
          </a:p>
          <a:p>
            <a:pPr/>
            <a:r>
              <a:rPr sz="1800">
                <a:latin typeface="Arial"/>
              </a:rPr>
              <a:t>Discuss adsorption and solubility concerns before starting.</a:t>
            </a:r>
          </a:p>
          <a:p>
            <a:pPr/>
            <a:r>
              <a:rPr sz="1800">
                <a:latin typeface="Arial"/>
              </a:rPr>
              <a:t>Keep recovery with the binding result in every handover.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Sample requirements: agree before shipment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Sample-card information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Compound identifier and test-lot reference matching dispatch list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Available amount or volume and physical form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Concentration, solvent and preparation information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Storage, stability and known solubility constraints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Assays, concentration range and repeat allowance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Contact for discrepancies and sample reconciliation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From sample receipt to screen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030" y="1280160"/>
            <a:ext cx="1675635" cy="50291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the client receives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Readout element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Decision value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Conditions and plate acceptance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Identifies interpretable comparisons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Compound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Preserves identifiers, units and qualifications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Charts where study data support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Makes screening-set trends visible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Chemistry context where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Connects representatives to the screening question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Biology memo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Separates screen gate from mechanistic claims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Follow-up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States the question that remains open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Start with the next screening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Send the screen gate and sample-card list to Leila Benmezroun, Study Director.</a:t>
            </a:r>
          </a:p>
          <a:p>
            <a:pPr/>
            <a:r>
              <a:rPr sz="2000">
                <a:latin typeface="Arial"/>
              </a:rPr>
              <a:t>Bethany Rowcroft agrees scope and operational priorities.</a:t>
            </a:r>
          </a:p>
          <a:p>
            <a:pPr/>
            <a:r>
              <a:rPr sz="2000">
                <a:latin typeface="Arial"/>
              </a:rPr>
              <a:t>Ravi Deshmukh handles hERG design; Ines Alvarado coordinates plate acceptance.</a:t>
            </a:r>
          </a:p>
          <a:p>
            <a:pPr/>
            <a:r>
              <a:rPr sz="2000">
                <a:latin typeface="Arial"/>
              </a:rPr>
              <a:t>Henning Flantz resolves sample requirements; John Mckinney coordinates delivery.</a:t>
            </a:r>
          </a:p>
          <a:p>
            <a:pPr/>
            <a:r>
              <a:rPr sz="2000">
                <a:latin typeface="Arial"/>
              </a:rPr>
              <a:t>Confirm conditions, acceptance criteria, qualifications and handover format before dispatch.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Brindlewythe screening capabilities revC</dc:title>
  <dc:subject>Brindlewythe screening capabilities revC</dc:subject>
  <dc:creator>Leila Benmezroun</dc:creator>
  <cp:keywords>Brindlewythe; screening; plate acceptance</cp:keywords>
  <dc:description>generated using python-pptx</dc:description>
  <cp:lastModifiedBy>Leila Benmezroun</cp:lastModifiedBy>
  <cp:revision>13</cp:revision>
  <dcterms:created xsi:type="dcterms:W3CDTF">2025-04-09T10:41:00Z</dcterms:created>
  <dcterms:modified xsi:type="dcterms:W3CDTF">2025-04-09T13:53:00Z</dcterms:modified>
  <cp:category/>
</cp:coreProperties>
</file>