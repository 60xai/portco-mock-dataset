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Untitled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hERG repeat - to be completed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Presentation1</dc:title>
  <dc:subject/>
  <dc:creator>Ravi Deshmukh</dc:creator>
  <cp:keywords/>
  <dc:description>generated using python-pptx</dc:description>
  <cp:lastModifiedBy>Ravi Deshmukh</cp:lastModifiedBy>
  <cp:revision>14</cp:revision>
  <dcterms:created xsi:type="dcterms:W3CDTF">2023-08-09T10:41:00Z</dcterms:created>
  <dcterms:modified xsi:type="dcterms:W3CDTF">2023-08-09T13:53:00Z</dcterms:modified>
  <cp:category/>
</cp:coreProperties>
</file>