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for new reception staff and the bench biologists from October. Sign the training record after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are unchanged from the original deck. The receipt book is the group one now, not the Merrivoss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Sample receipt and chain of custody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Brindlewythe Biosciences Ltd, a Tarnovell company | QA training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Why we check receipt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Every test lot is checked against its paperwork at the door</a:t>
            </a:r>
          </a:p>
          <a:p>
            <a:pPr/>
            <a:r>
              <a:rPr sz="2000">
                <a:latin typeface="Arial"/>
              </a:rPr>
              <a:t>The sample card is the record of what we were sent and in what state</a:t>
            </a:r>
          </a:p>
          <a:p>
            <a:pPr lvl="1"/>
            <a:r>
              <a:rPr sz="1700">
                <a:latin typeface="Arial"/>
              </a:rPr>
              <a:t>Record missing fields, seek clarification and hold release; place the sample in appropriate controlled storage</a:t>
            </a:r>
          </a:p>
          <a:p>
            <a:pPr/>
            <a:r>
              <a:rPr sz="2000">
                <a:latin typeface="Arial"/>
              </a:rPr>
              <a:t>Chain of custody starts at receipt, not at the bench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Receipt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Check the courier label against the manifest</a:t>
            </a:r>
          </a:p>
          <a:p>
            <a:pPr/>
            <a:r>
              <a:rPr sz="2000">
                <a:latin typeface="Arial"/>
              </a:rPr>
              <a:t>Open the package and note its condition</a:t>
            </a:r>
          </a:p>
          <a:p>
            <a:pPr/>
            <a:r>
              <a:rPr sz="2000">
                <a:latin typeface="Arial"/>
              </a:rPr>
              <a:t>Match each vial to its sample card</a:t>
            </a:r>
          </a:p>
          <a:p>
            <a:pPr lvl="1"/>
            <a:r>
              <a:rPr sz="1700">
                <a:latin typeface="Arial"/>
              </a:rPr>
              <a:t>Two people check any vial with a broken seal</a:t>
            </a:r>
          </a:p>
          <a:p>
            <a:pPr/>
            <a:r>
              <a:rPr sz="2000">
                <a:latin typeface="Arial"/>
              </a:rPr>
              <a:t>Log the test lot in the receipt book and the sample system</a:t>
            </a:r>
          </a:p>
          <a:p>
            <a:pPr/>
            <a:r>
              <a:rPr sz="2000">
                <a:latin typeface="Arial"/>
              </a:rPr>
              <a:t>Store promptly under the specified conditions; record receipt and storage 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Chain of custody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to record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Sample card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Matches the vial label and the manifest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Received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Name and initials of the receiving person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Condition on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Seal intact, labels legible, temperature indicator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Storage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Freezer and shelf, entered at the time of storage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Transfers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Each move between bench and store, with date and initials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Sample cards in our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Cards are filed by study code once the test lot is logged</a:t>
            </a:r>
          </a:p>
          <a:p>
            <a:pPr/>
            <a:r>
              <a:rPr sz="2000">
                <a:latin typeface="Arial"/>
              </a:rPr>
              <a:t>The sample card travels with the vial on every transfer</a:t>
            </a:r>
          </a:p>
          <a:p>
            <a:pPr lvl="1"/>
            <a:r>
              <a:rPr sz="1700">
                <a:latin typeface="Arial"/>
              </a:rPr>
              <a:t>Scan the card at each handover</a:t>
            </a:r>
          </a:p>
          <a:p>
            <a:pPr/>
            <a:r>
              <a:rPr sz="2000">
                <a:latin typeface="Arial"/>
              </a:rPr>
              <a:t>Cards are returned to the study folder after the screen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Storage and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Place vials in appropriate controlled storage while receipt discrepancies are resolved</a:t>
            </a:r>
          </a:p>
          <a:p>
            <a:pPr/>
            <a:r>
              <a:rPr sz="2000">
                <a:latin typeface="Arial"/>
              </a:rPr>
              <a:t>Release to the bench needs the study code and the test lot number</a:t>
            </a:r>
          </a:p>
          <a:p>
            <a:pPr/>
            <a:r>
              <a:rPr sz="2000">
                <a:latin typeface="Arial"/>
              </a:rPr>
              <a:t>Excursions are reported to the quality team the same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Missing or mismatched labels</a:t>
            </a:r>
          </a:p>
          <a:p>
            <a:pPr/>
            <a:r>
              <a:rPr sz="1800">
                <a:latin typeface="Arial"/>
              </a:rPr>
              <a:t>Broken seal or unexpected temperature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Hold release and keep the vial linked to its sample card</a:t>
            </a:r>
          </a:p>
          <a:p>
            <a:pPr/>
            <a:r>
              <a:rPr sz="1800">
                <a:latin typeface="Arial"/>
              </a:rPr>
              <a:t>Notify the sample management coordinator; record any transfer needed to protect the 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Training record and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Complete the walk-through on a test lot with a supervisor</a:t>
            </a:r>
          </a:p>
          <a:p>
            <a:pPr/>
            <a:r>
              <a:rPr sz="2000">
                <a:latin typeface="Arial"/>
              </a:rPr>
              <a:t>Sign the training record on the QA share</a:t>
            </a:r>
          </a:p>
          <a:p>
            <a:pPr/>
            <a:r>
              <a:rPr sz="2000">
                <a:latin typeface="Arial"/>
              </a:rPr>
              <a:t>Questions to Ines Alvarado or Henning Flantz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handover training</dc:title>
  <dc:subject>Sample receipt and chain of custody training</dc:subject>
  <dc:creator>Ines Alvarado</dc:creator>
  <cp:keywords>sample receipt; chain of custody; sample card; QA training</cp:keywords>
  <dc:description>generated using python-pptx</dc:description>
  <cp:lastModifiedBy>Ines Alvarado</cp:lastModifiedBy>
  <cp:revision>10</cp:revision>
  <dcterms:created xsi:type="dcterms:W3CDTF">2024-09-12T10:41:00Z</dcterms:created>
  <dcterms:modified xsi:type="dcterms:W3CDTF">2024-09-12T13:53:00Z</dcterms:modified>
  <cp:category/>
</cp:coreProperties>
</file>