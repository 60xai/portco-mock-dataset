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B. Rowcroft | Screening Operations Director. Final client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original and repeat run sheets distinct. Recovery is an interpretation constraint, not a measure of binding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0.5 mg/mL microsomal protein; compound at 1 µM. Compare human and rat clearance within each compound.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plot follows the recorded screening-set order; it does not assign a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plasma; equilibrium dialysis for 4 h at 37 °C. Revised labware was used after the first binding run was confounded. Read bound fraction, unbound fraction and recovery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correction has been inferred for the uninterpretable first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Aminopyrimidine regioisomer screening set. These assays do not establish the cause of a clearance or binding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named exposure lead is not assigned by this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AP02: clearance and dialysis recovery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BW24_0253 | Avernelwick Pharmaceuticals Ltd | 26 Aug 2024
Brindlewythe Biosciences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Acceptance before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first RED PPB run was confounded by low dialysis recovery; do not use that run to rank binding.</a:t>
            </a:r>
          </a:p>
          <a:p>
            <a:pPr/>
            <a:r>
              <a:rPr sz="2000">
                <a:latin typeface="Arial"/>
              </a:rPr>
              <a:t>The repeat with revised labware gave an interpretable free-fraction ranking.</a:t>
            </a:r>
          </a:p>
          <a:p>
            <a:pPr/>
            <a:r>
              <a:rPr sz="2000">
                <a:latin typeface="Arial"/>
              </a:rPr>
              <a:t>Read recovery alongside unbound fraction before drawing a screening conclusion.</a:t>
            </a:r>
          </a:p>
          <a:p>
            <a:pPr/>
            <a:r>
              <a:rPr sz="2000">
                <a:latin typeface="Arial"/>
              </a:rPr>
              <a:t>HLM/RLM stability and RED PPB answer different questions; neither substitutes for exposure testing.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HLM/RLM stability: screening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Human CLint (µL/min/mg)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Human t½ (min)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 CLint (µL/min/mg)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Rat t½ (min)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7.4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Human microsomal clearance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600">
                <a:latin typeface="Arial"/>
              </a:rPr>
              <a:t>Lower intrinsic clearance is the favourable direction for this screen gate.</a:t>
            </a:r>
          </a:p>
          <a:p>
            <a:pPr/>
            <a:r>
              <a:rPr sz="1600">
                <a:latin typeface="Arial"/>
              </a:rPr>
              <a:t>Use the paired rat values to assess species-dependent turnover.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50" y="2103119"/>
            <a:ext cx="7084195" cy="42062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RED PPB: interpretable repeat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% bound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Unbound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Recovery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7.38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5.72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AP02-01560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83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Free-fraction comparison after the repeat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/>
            <a:r>
              <a:rPr sz="1600">
                <a:latin typeface="Arial"/>
              </a:rPr>
              <a:t>The repeat permits relative free-fraction ranking within the AP02 screening set.</a:t>
            </a:r>
          </a:p>
          <a:p>
            <a:pPr/>
            <a:r>
              <a:rPr sz="1600">
                <a:latin typeface="Arial"/>
              </a:rPr>
              <a:t>Higher unbound fraction alone does not establish a better exposure profile.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50" y="2103119"/>
            <a:ext cx="7084195" cy="42062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AP02: representative chemistry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Progression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Use the repeat RED PPB ranking for progression; set aside the first-run binding ranking.</a:t>
            </a:r>
          </a:p>
          <a:p>
            <a:pPr/>
            <a:r>
              <a:rPr sz="1800">
                <a:latin typeface="Arial"/>
              </a:rPr>
              <a:t>Prioritise compounds combining lower human clearance with an interpretable free-fraction result.</a:t>
            </a:r>
          </a:p>
          <a:p>
            <a:pPr/>
            <a:r>
              <a:rPr sz="1800">
                <a:latin typeface="Arial"/>
              </a:rPr>
              <a:t>Retain the human/rat comparison for exposure-testing selection.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AP02-01400 remains traceable in both assay tables.</a:t>
            </a:r>
          </a:p>
          <a:p>
            <a:pPr/>
            <a:r>
              <a:rPr sz="1800">
                <a:latin typeface="Arial"/>
              </a:rPr>
              <a:t>Do not nominate a compound from binding alone.</a:t>
            </a:r>
          </a:p>
          <a:p>
            <a:pPr/>
            <a:r>
              <a:rPr sz="1800">
                <a:latin typeface="Arial"/>
              </a:rPr>
              <a:t>Agree the exposure-testing selection with Avernelwick Pharmaceuticals Ltd using the paired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Study close and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Completed 26 Aug 2024: 18 compounds; B-ACC-2024-04310.</a:t>
            </a:r>
          </a:p>
          <a:p>
            <a:pPr/>
            <a:r>
              <a:rPr sz="2000">
                <a:latin typeface="Arial"/>
              </a:rPr>
              <a:t>HLM/RLM stability and RED PPB; 46 calendar days.</a:t>
            </a:r>
          </a:p>
          <a:p>
            <a:pPr/>
            <a:r>
              <a:rPr sz="2000">
                <a:latin typeface="Arial"/>
              </a:rPr>
              <a:t>Bethany Rowcroft: scientific handover and screening decision.</a:t>
            </a:r>
          </a:p>
          <a:p>
            <a:pPr/>
            <a:r>
              <a:rPr sz="2000">
                <a:latin typeface="Arial"/>
              </a:rPr>
              <a:t>Ines Alvarado: plate acceptance and run-sheet queries.</a:t>
            </a:r>
          </a:p>
          <a:p>
            <a:pPr/>
            <a:r>
              <a:rPr sz="2000">
                <a:latin typeface="Arial"/>
              </a:rPr>
              <a:t>Carry the revised-labware repeat forward; retain the first-run recovery limitation in the biology memo.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BW24_0253 client readout</dc:title>
  <dc:subject>BW24_0253 client readout</dc:subject>
  <dc:creator>Bethany Rowcroft</dc:creator>
  <cp:keywords>Brindlewythe; screening; plate acceptance</cp:keywords>
  <dc:description>generated using python-pptx</dc:description>
  <cp:lastModifiedBy>Bethany Rowcroft</cp:lastModifiedBy>
  <cp:revision>2</cp:revision>
  <dcterms:created xsi:type="dcterms:W3CDTF">2024-08-26T10:41:00Z</dcterms:created>
  <dcterms:modified xsi:type="dcterms:W3CDTF">2024-08-26T13:53:00Z</dcterms:modified>
  <cp:category/>
</cp:coreProperties>
</file>