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client readout. Study accession B-ACC-2020-02338.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identify the screening set; this grid is not a potency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RI13 amides: stability and free fraction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BW20_0137 | Rennelwick Institute Drug Discovery Unit
22 May 2020 | Dr B. Rowcroft
Brindlewythe Biosciences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Study release and plate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Screening set 18 compounds; accession B-ACC-2020-02338.</a:t>
            </a:r>
          </a:p>
          <a:p>
            <a:pPr/>
            <a:r>
              <a:rPr sz="2000">
                <a:latin typeface="Arial"/>
              </a:rPr>
              <a:t>Started 06 Apr 2020; interim ranking 29 Apr; final release 22 May 2020.</a:t>
            </a:r>
          </a:p>
          <a:p>
            <a:pPr/>
            <a:r>
              <a:rPr sz="2000">
                <a:latin typeface="Arial"/>
              </a:rPr>
              <a:t>Ines Alvarado checked run sheets, recovery entries and sample-card correspondence before release.</a:t>
            </a:r>
          </a:p>
          <a:p>
            <a:pPr/>
            <a:r>
              <a:rPr sz="2000">
                <a:latin typeface="Arial"/>
              </a:rPr>
              <a:t>Bethany Rowcroft accepted the paired ranking for the screen gate; individual recovery remains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Methods and comparison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HLM/RLM stability: 0.5 mg/mL microsomal protein, compound at 1 µM.</a:t>
            </a:r>
          </a:p>
          <a:p>
            <a:pPr/>
            <a:r>
              <a:rPr sz="2000">
                <a:latin typeface="Arial"/>
              </a:rPr>
              <a:t>Compare human and rat CLint in µL/min/mg; half-life in min.</a:t>
            </a:r>
          </a:p>
          <a:p>
            <a:pPr/>
            <a:r>
              <a:rPr sz="2000">
                <a:latin typeface="Arial"/>
              </a:rPr>
              <a:t>RED PPB: human plasma, 4 h at 37 °C; read unbound fraction with recovery.</a:t>
            </a:r>
          </a:p>
          <a:p>
            <a:pPr/>
            <a:r>
              <a:rPr sz="2000">
                <a:latin typeface="Arial"/>
              </a:rPr>
              <a:t>Censored half-lives remain limits. Binding alone does not establish permeability or in vivo clearance.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HLM/RLM stability: paired species extract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Human CLint (µL/min/mg)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Human t½ (min)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 CLint (µL/min/mg)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 t½ (min)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RI13-03002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RI13-03012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Human microsomal stability ranking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RED PPB: binding and recovery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bound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Unbound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Recovery (%)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16.22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RI13-02970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RI13-03002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RI13-03012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Free fraction across the RI13 screening set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Phenoxyethyl amide representatives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Rennelwick progression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initial stability ranking remained consistent at final release.</a:t>
            </a:r>
          </a:p>
          <a:p>
            <a:pPr/>
            <a:r>
              <a:rPr sz="2000">
                <a:latin typeface="Arial"/>
              </a:rPr>
              <a:t>Prioritise the less bound amides for permeability work; retain the human/rat stability comparison beside that selection.</a:t>
            </a:r>
          </a:p>
          <a:p>
            <a:pPr/>
            <a:r>
              <a:rPr sz="2000">
                <a:latin typeface="Arial"/>
              </a:rPr>
              <a:t>Recovery qualifies free-fraction interpretation and should accompany the permeability request.</a:t>
            </a:r>
          </a:p>
          <a:p>
            <a:pPr/>
            <a:r>
              <a:rPr sz="2000">
                <a:latin typeface="Arial"/>
              </a:rPr>
              <a:t>Bethany Rowcroft to transfer paired listings under the same compound identifiers.</a:t>
            </a:r>
          </a:p>
          <a:p>
            <a:pPr/>
            <a:r>
              <a:rPr sz="2000">
                <a:latin typeface="Arial"/>
              </a:rPr>
              <a:t>Permeability is the next screen gate; this study does not establish absorption.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Brindlewythe Biosciences Ltd, a Tarnovell company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Brindlewythe Biosciences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RI13 amides: stability and free fraction</dc:title>
  <dc:subject>{{PRJ0039:project_id}} final readout</dc:subject>
  <dc:creator>Bethany Rowcroft</dc:creator>
  <cp:keywords>Brindlewythe; plate acceptance; PRJ0039</cp:keywords>
  <dc:description>generated using python-pptx</dc:description>
  <cp:lastModifiedBy>Bethany Rowcroft</cp:lastModifiedBy>
  <cp:revision>6</cp:revision>
  <dcterms:created xsi:type="dcterms:W3CDTF">2020-05-22T10:41:00Z</dcterms:created>
  <dcterms:modified xsi:type="dcterms:W3CDTF">2020-05-22T13:53:00Z</dcterms:modified>
  <cp:category/>
</cp:coreProperties>
</file>