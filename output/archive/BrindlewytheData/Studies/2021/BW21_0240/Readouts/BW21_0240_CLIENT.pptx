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client readout. Study accession B-ACC-2021-04086.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Representative structures identify the screening set; this grid is not a potency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TP04 scaffold substitution: selectivity reassessment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BW21_0240 | Tervemere Pharma AG
19 Aug 2021 | Dr B. Rowcroft
Brindlewythe Biosciences Ltd, a Tarnovell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Plate acceptance and release record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Primary potency screening set 24 compounds; accession B-ACC-2021-04086.</a:t>
            </a:r>
          </a:p>
          <a:p>
            <a:pPr/>
            <a:r>
              <a:rPr sz="2000">
                <a:latin typeface="Arial"/>
              </a:rPr>
              <a:t>Study 05 Jul–19 Aug 2021; interim review 27 Jul 2021.</a:t>
            </a:r>
          </a:p>
          <a:p>
            <a:pPr/>
            <a:r>
              <a:rPr sz="2000">
                <a:latin typeface="Arial"/>
              </a:rPr>
              <a:t>Ines Alvarado checked plate controls and panel-to-sample-card mapping.</a:t>
            </a:r>
          </a:p>
          <a:p>
            <a:pPr/>
            <a:r>
              <a:rPr sz="2000">
                <a:latin typeface="Arial"/>
              </a:rPr>
              <a:t>Bethany Rowcroft accepted the fit and panel review before the final chemistry discussion.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What the assays establish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Primary potency assay: inflammatory-signal kinase response, IC50 in nM.</a:t>
            </a:r>
          </a:p>
          <a:p>
            <a:pPr/>
            <a:r>
              <a:rPr sz="2000">
                <a:latin typeface="Arial"/>
              </a:rPr>
              <a:t>Selectivity sweep: inhibition at 1 µM for the representatives shown in the listing.</a:t>
            </a:r>
          </a:p>
          <a:p>
            <a:pPr/>
            <a:r>
              <a:rPr sz="2000">
                <a:latin typeface="Arial"/>
              </a:rPr>
              <a:t>Check Hill slope alongside potency; compare panel profiles at the stated concentration.</a:t>
            </a:r>
          </a:p>
          <a:p>
            <a:pPr/>
            <a:r>
              <a:rPr sz="2000">
                <a:latin typeface="Arial"/>
              </a:rPr>
              <a:t>Lower panel signal supports screening selectivity, not a cellular mechanism or exposure margin.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Primary potency extract with fit slopes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Compound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IC50 (nM)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Hill slope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TP04-02706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1.22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TP04-02716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1.20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TP04-02724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1.11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TP04-02728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0.89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TP04-02734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0.94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TP04-02748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0.92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TP04-02764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0.92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TP04-02778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1.07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TP04-02782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0.95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TP04-02784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1.03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TP04-02800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1.03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TP04-02806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1.10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TP04 primary potency 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Selectivity sweep across TP04 representatives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042"/>
                <a:gridCol w="1611042"/>
                <a:gridCol w="1611042"/>
                <a:gridCol w="1611042"/>
                <a:gridCol w="1611042"/>
                <a:gridCol w="1611042"/>
                <a:gridCol w="1611043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Kinase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TP04-02706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TP04-02716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TP04-02724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TP04-02728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TP04-02734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TP04-02748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ABL1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AURKA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CDK2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CHEK1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EGFR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FLT3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GSK3B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JAK2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Revised hinge core: TP04 representatives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295" cy="43374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Integrated ranking after scaffold substitution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Best primary IC50 0.55 nM.</a:t>
            </a:r>
          </a:p>
          <a:p>
            <a:pPr/>
            <a:r>
              <a:rPr sz="2000">
                <a:latin typeface="Arial"/>
              </a:rPr>
              <a:t>The revised hinge core reduced off-target activity in the programme reassessment.</a:t>
            </a:r>
          </a:p>
          <a:p>
            <a:pPr/>
            <a:r>
              <a:rPr sz="2000">
                <a:latin typeface="Arial"/>
              </a:rPr>
              <a:t>Retain polar substituents for the next design cycle, using potency and the full panel profile together.</a:t>
            </a:r>
          </a:p>
          <a:p>
            <a:pPr/>
            <a:r>
              <a:rPr sz="2000">
                <a:latin typeface="Arial"/>
              </a:rPr>
              <a:t>Do not infer that every analogue shares the profile of a panel representative.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Tervemere design-cycle handover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Tervemere retained polar substituents and the revised hinge core.</a:t>
            </a:r>
          </a:p>
          <a:p>
            <a:pPr/>
            <a:r>
              <a:rPr sz="2000">
                <a:latin typeface="Arial"/>
              </a:rPr>
              <a:t>Carry compound identifiers and qualified fit slopes into the next test-lot request.</a:t>
            </a:r>
          </a:p>
          <a:p>
            <a:pPr/>
            <a:r>
              <a:rPr sz="2000">
                <a:latin typeface="Arial"/>
              </a:rPr>
              <a:t>Repeat primary potency on new material; expand concentration-response profiling where a panel signal affects selection.</a:t>
            </a:r>
          </a:p>
          <a:p>
            <a:pPr/>
            <a:r>
              <a:rPr sz="2000">
                <a:latin typeface="Arial"/>
              </a:rPr>
              <a:t>Bethany Rowcroft to close the reassessment screen gate and pass combined listings into the biology memo.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TP04 scaffold substitution: selectivity reassessment</dc:title>
  <dc:subject>{{PRJ0040:project_id}} final readout</dc:subject>
  <dc:creator>Bethany Rowcroft</dc:creator>
  <cp:keywords>Brindlewythe; plate acceptance; PRJ0040</cp:keywords>
  <dc:description>generated using python-pptx</dc:description>
  <cp:lastModifiedBy>Bethany Rowcroft</cp:lastModifiedBy>
  <cp:revision>8</cp:revision>
  <dcterms:created xsi:type="dcterms:W3CDTF">2021-08-19T10:41:00Z</dcterms:created>
  <dcterms:modified xsi:type="dcterms:W3CDTF">2021-08-19T13:53:00Z</dcterms:modified>
  <cp:category/>
</cp:coreProperties>
</file>