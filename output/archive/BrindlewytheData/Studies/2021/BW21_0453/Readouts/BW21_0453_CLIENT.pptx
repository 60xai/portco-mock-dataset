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 client readout. Study accession B-ACC-2021-07710.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Representative structures identify the screening set; this grid is not a potency ranking.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AP02 second-generation safety panel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2000">
                <a:solidFill>
                  <a:srgbClr val="EBEBEB"/>
                </a:solidFill>
                <a:latin typeface="Arial"/>
              </a:rPr>
              <a:t>BW21_0453 | Avernelwick Pharmaceuticals Ltd
25 Nov 2021 | Dr L. Benmezroun
Brindlewythe Biosciences Ltd, a Tarnovell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Release basis: controls before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42 compounds under B-ACC-2021-07710; tested 08–25 Nov 2021.</a:t>
            </a:r>
          </a:p>
          <a:p>
            <a:pPr/>
            <a:r>
              <a:rPr sz="2000">
                <a:latin typeface="Arial"/>
              </a:rPr>
              <a:t>Ravi Deshmukh checked hERG cell fits; Ines Alvarado completed plate acceptance review.</a:t>
            </a:r>
          </a:p>
          <a:p>
            <a:pPr/>
            <a:r>
              <a:rPr sz="2000">
                <a:latin typeface="Arial"/>
              </a:rPr>
              <a:t>E-4031 IC50 14 nM; CYP3A4 control 0.029 µM against historical 0.030 µM.</a:t>
            </a:r>
          </a:p>
          <a:p>
            <a:pPr/>
            <a:r>
              <a:rPr sz="2000">
                <a:latin typeface="Arial"/>
              </a:rPr>
              <a:t>Accept the assay readout; retain 1 flagged hERG entry as qualified.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Brindlewythe Biosciences Ltd, a Tarnovell company | Confidential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Panel design and limits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hERG automated patch clamp to 30 µM; censored fits are not exact IC50s.</a:t>
            </a:r>
          </a:p>
          <a:p>
            <a:pPr/>
            <a:r>
              <a:rPr sz="2000">
                <a:latin typeface="Arial"/>
              </a:rPr>
              <a:t>5-isoform CYP panel at 10 µM in human liver microsomes.</a:t>
            </a:r>
          </a:p>
          <a:p>
            <a:pPr/>
            <a:r>
              <a:rPr sz="2000">
                <a:latin typeface="Arial"/>
              </a:rPr>
              <a:t>3A4 concentration response uses midazolam hydroxylation; compare within that probe system.</a:t>
            </a:r>
          </a:p>
          <a:p>
            <a:pPr/>
            <a:r>
              <a:rPr sz="2000">
                <a:latin typeface="Arial"/>
              </a:rPr>
              <a:t>CYP2C19 control 1.6 µM versus historical 1.2 µM; keep the comparison with the run sheet.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Brindlewythe Biosciences Ltd, a Tarnovell company | Confidential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hERG profile across the follow-up 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732" y="1280160"/>
            <a:ext cx="8470231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Brindlewythe Biosciences Ltd, a Tarnovell company | Confidential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hERG qualified result extract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2743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Compound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IC50 geomean (µM)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% inhibition @10 µM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n cells (finite)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QC note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AP02-01400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&gt;30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2 (0)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AP02-01404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2 (2)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AP02-01410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6.4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2 (2)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AP02-01416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&gt;30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2 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AP02-01418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9.8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3 (3)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AP02-01422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2 (2)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AP02-01424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3 (3)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AP02-01430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2 (2)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Brindlewythe Biosciences Ltd, a Tarnovell company | Confidential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CYP inhibition at 10 µM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2743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Compound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CYP1A2 (%)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CYP2C9 (%)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CYP2C19 (%)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CYP2D6 (%)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CYP3A4 (%)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AP02-01400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65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AP02-01404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9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AP02-01410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84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AP02-01416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-2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AP02-01418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AP02-01422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AP02-01424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-0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AP02-01430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49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Brindlewythe Biosciences Ltd, a Tarnovell company | Confidential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3A4 concentration response: compound IC50s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732" y="1280160"/>
            <a:ext cx="8470231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Brindlewythe Biosciences Ltd, a Tarnovell company | Confidential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AP02 structures for side-chain redesign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77295" cy="43374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Brindlewythe Biosciences Ltd, a Tarnovell company | Confidential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Screen gate: side-chain redesign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hERG median 10 µM; 0 compounds below 1 µM.</a:t>
            </a:r>
          </a:p>
          <a:p>
            <a:pPr/>
            <a:r>
              <a:rPr sz="2000">
                <a:latin typeface="Arial"/>
              </a:rPr>
              <a:t>CYP3A4 above 50% inhibition at 10 µM: 13 compounds.</a:t>
            </a:r>
          </a:p>
          <a:p>
            <a:pPr/>
            <a:r>
              <a:rPr sz="2000">
                <a:latin typeface="Arial"/>
              </a:rPr>
              <a:t>3A4 response below 10 µM: 13; below 1 µM: 1.</a:t>
            </a:r>
          </a:p>
          <a:p>
            <a:pPr/>
            <a:r>
              <a:rPr sz="2000">
                <a:latin typeface="Arial"/>
              </a:rPr>
              <a:t>Avernelwick requested redesign of the basic side-chain subset. Re-screen replacements in the paired panel.</a:t>
            </a:r>
          </a:p>
          <a:p>
            <a:pPr/>
            <a:r>
              <a:rPr sz="2000">
                <a:latin typeface="Arial"/>
              </a:rPr>
              <a:t>Leila Benmezroun to transfer the qualified rankings; these assays do not establish clinical interaction magnitude.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Brindlewythe Biosciences Ltd, a Tarnovell company | Confidential   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LinksUpToDate>false</LinksUpToDate>
  <SharedDoc>false</SharedDoc>
  <HyperlinkBase/>
  <HyperlinksChanged>false</HyperlinksChanged>
  <Company>Tarnovell Bioscience Group Ltd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AP02 second-generation safety panel</dc:title>
  <dc:subject>{{PRJ0002:project_id}} final readout</dc:subject>
  <dc:creator>Leila Benmezroun</dc:creator>
  <cp:keywords>Brindlewythe; plate acceptance; PRJ0002</cp:keywords>
  <dc:description>generated using python-pptx</dc:description>
  <cp:lastModifiedBy>Leila Benmezroun</cp:lastModifiedBy>
  <cp:revision>17</cp:revision>
  <dcterms:created xsi:type="dcterms:W3CDTF">2021-11-25T10:41:00Z</dcterms:created>
  <dcterms:modified xsi:type="dcterms:W3CDTF">2021-11-25T13:53:00Z</dcterms:modified>
  <cp:category/>
</cp:coreProperties>
</file>