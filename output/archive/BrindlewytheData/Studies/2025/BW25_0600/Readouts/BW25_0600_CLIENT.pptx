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Plate acceptance first, then ranking, then the decision. Keep mechanism out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AP02 reserve compounds: potency and selectivity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BW25_0600 | Avernelwick Pharmaceuticals Ltd | Client readout, 26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24 reserve compounds tested in the Primary potency assay (10-point, ATP at Km)</a:t>
            </a:r>
          </a:p>
          <a:p>
            <a:pPr lvl="1"/>
            <a:r>
              <a:rPr sz="1700">
                <a:latin typeface="Arial"/>
              </a:rPr>
              <a:t>Best IC50 8.7 nM; staurosporine control within range on every plate</a:t>
            </a:r>
          </a:p>
          <a:p>
            <a:pPr/>
            <a:r>
              <a:rPr sz="2000">
                <a:latin typeface="Arial"/>
              </a:rPr>
              <a:t>Selectivity sweep at 1 µM on six representatives against 16 off-target kinases</a:t>
            </a:r>
          </a:p>
          <a:p>
            <a:pPr/>
            <a:r>
              <a:rPr sz="2000">
                <a:latin typeface="Arial"/>
              </a:rPr>
              <a:t>Recommendation: progress the compound with the narrowest off-target fingerprint (slide 7)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Plate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All plates: Z' ≥ 0.6, staurosporine IC50 within historical range</a:t>
            </a:r>
          </a:p>
          <a:p>
            <a:pPr/>
            <a:r>
              <a:rPr sz="2000">
                <a:latin typeface="Arial"/>
              </a:rPr>
              <a:t>No compound showed signal interference in the counter-read</a:t>
            </a:r>
          </a:p>
          <a:p>
            <a:pPr/>
            <a:r>
              <a:rPr sz="2000">
                <a:latin typeface="Arial"/>
              </a:rPr>
              <a:t>Two compounds repeated on day 2 after a dispensing error; repeat data reported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Primary potency (first 12 compounds)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IC50 (nM)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Hill slope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1.02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1.15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0.87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1.12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1.07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1.21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Potency across the screening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Selectivity sweep: % inhibition at 1 µM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Kinase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AP02-01400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AP02-01410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AP02-01416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AP02-01418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AP02-01428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AP02-01430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ABL1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AURKA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CDK2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CHEK1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EGFR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FLT3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GSK3B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JAK2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KDR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LCK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MAPK14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PIK3CA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SRC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SYK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BTK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ROCK1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Potency alone does not separate the top compounds</a:t>
            </a:r>
          </a:p>
          <a:p>
            <a:pPr/>
            <a:r>
              <a:rPr sz="2000">
                <a:latin typeface="Arial"/>
              </a:rPr>
              <a:t>The off-target fingerprint does: one compound hits fewer panel kinases above 50%</a:t>
            </a:r>
          </a:p>
          <a:p>
            <a:pPr/>
            <a:r>
              <a:rPr sz="2000">
                <a:latin typeface="Arial"/>
              </a:rPr>
              <a:t>Two potent compounds carry broad off-target inhibition and are not recommended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Compounds in the sweep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Avernelwick to choose the reserve compound for the next chemistry round</a:t>
            </a:r>
          </a:p>
          <a:p>
            <a:pPr/>
            <a:r>
              <a:rPr sz="2000">
                <a:latin typeface="Arial"/>
              </a:rPr>
              <a:t>Optional: full concentration response on the off-targets above 50%</a:t>
            </a:r>
          </a:p>
          <a:p>
            <a:pPr/>
            <a:r>
              <a:rPr sz="2000">
                <a:latin typeface="Arial"/>
              </a:rPr>
              <a:t>Data package: run sheets and summary workbook sent with this readout</a:t>
            </a:r>
          </a:p>
          <a:p>
            <a:pPr/>
            <a:r>
              <a:rPr sz="2000">
                <a:latin typeface="Arial"/>
              </a:rPr>
              <a:t>Contact: Dr B. Rowcroft, Screening Operations Director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BW25_0600 client readout</dc:title>
  <dc:subject>Primary potency and selectivity sweep</dc:subject>
  <dc:creator>Bethany Rowcroft</dc:creator>
  <cp:keywords>kinase; selectivity; AP02; Avernelwick</cp:keywords>
  <dc:description>generated using python-pptx</dc:description>
  <cp:lastModifiedBy>Bethany Rowcroft</cp:lastModifiedBy>
  <cp:revision>11</cp:revision>
  <dcterms:created xsi:type="dcterms:W3CDTF">2026-01-26T10:41:00Z</dcterms:created>
  <dcterms:modified xsi:type="dcterms:W3CDTF">2026-01-26T13:53:00Z</dcterms:modified>
  <cp:category/>
</cp:coreProperties>
</file>