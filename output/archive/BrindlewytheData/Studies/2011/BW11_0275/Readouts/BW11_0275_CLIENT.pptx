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client readout. Study accession B-ACC-2011-04692.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identify the screening set; this grid is not a potency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AP02 hinge-binder triage: paired safety screen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BW11_0275 | Avernelwick Pharmaceuticals Ltd
27 Sep 2011 | Dr A. Veldershain
Brindlewythe Biosciences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Study scope and plate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40 analogues; hERG automated patch clamp and 5-isoform CYP panel.</a:t>
            </a:r>
          </a:p>
          <a:p>
            <a:pPr/>
            <a:r>
              <a:rPr sz="2000">
                <a:latin typeface="Times New Roman"/>
              </a:rPr>
              <a:t>Test period 12–27 Sep 2011; sample cards linked to B-ACC-2011-04692.</a:t>
            </a:r>
          </a:p>
          <a:p>
            <a:pPr/>
            <a:r>
              <a:rPr sz="2000">
                <a:latin typeface="Times New Roman"/>
              </a:rPr>
              <a:t>Ravi Deshmukh checked cell-level fits; Ines Alvarado checked the run sheets before release.</a:t>
            </a:r>
          </a:p>
          <a:p>
            <a:pPr/>
            <a:r>
              <a:rPr sz="2000">
                <a:latin typeface="Times New Roman"/>
              </a:rPr>
              <a:t>E-4031 control IC50 16 nM; accepted for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Controls and reporting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CYP3A4 control 0.029 µM; historical reference 0.030 µM.</a:t>
            </a:r>
          </a:p>
          <a:p>
            <a:pPr/>
            <a:r>
              <a:rPr sz="2000">
                <a:latin typeface="Times New Roman"/>
              </a:rPr>
              <a:t>CYP2D6 control 0.060 µM; historical reference 0.060 µM.</a:t>
            </a:r>
          </a:p>
          <a:p>
            <a:pPr/>
            <a:r>
              <a:rPr sz="2000">
                <a:latin typeface="Times New Roman"/>
              </a:rPr>
              <a:t>hERG upper concentration 30 µM; greater-than values remain censored.</a:t>
            </a:r>
          </a:p>
          <a:p>
            <a:pPr/>
            <a:r>
              <a:rPr sz="2000">
                <a:latin typeface="Times New Roman"/>
              </a:rPr>
              <a:t>Flagged hERG entries: 3. Retain cell counts and plate acceptance notes when ranking.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hERG: cell support and inhibition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IC50 geomean (µM)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% inhibition @10 µM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n cells (finite)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QC note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&gt;30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First run rejected (E-4031 outside range); repeated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hERG screening-set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hERG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20 compounds in the 1–10 µM band; 20 at or above 10 µM.</a:t>
            </a:r>
          </a:p>
          <a:p>
            <a:pPr/>
            <a:r>
              <a:rPr sz="2000">
                <a:latin typeface="Times New Roman"/>
              </a:rPr>
              <a:t>Below 1 µM: 0. Median IC50 10 µM.</a:t>
            </a:r>
          </a:p>
          <a:p>
            <a:pPr/>
            <a:r>
              <a:rPr sz="2000">
                <a:latin typeface="Times New Roman"/>
              </a:rPr>
              <a:t>The lipophilic branch carries the ion-channel liability; prefer the more polar analogues at this screen gate.</a:t>
            </a:r>
          </a:p>
          <a:p>
            <a:pPr/>
            <a:r>
              <a:rPr sz="2000">
                <a:latin typeface="Times New Roman"/>
              </a:rPr>
              <a:t>These measurements do not establish an exposure-based safety margin.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5-isoform CYP panel: inhibition at 10 µM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CYP1A2 (%)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CYP2C9 (%)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CYP2C19 (%)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CYP2D6 (%)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CYP3A4 (%)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AP02-01434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AP02 representatives for the chemistry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Progression decision and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Avernelwick advanced the more polar analogues; deprioritise the lipophilic branch.</a:t>
            </a:r>
          </a:p>
          <a:p>
            <a:pPr/>
            <a:r>
              <a:rPr sz="2000">
                <a:latin typeface="Times New Roman"/>
              </a:rPr>
              <a:t>Any CYP isoform above 50% inhibition at 10 µM: 16 compounds; CYP3A4 is most frequently flagged.</a:t>
            </a:r>
          </a:p>
          <a:p>
            <a:pPr/>
            <a:r>
              <a:rPr sz="2000">
                <a:latin typeface="Times New Roman"/>
              </a:rPr>
              <a:t>Cross-check the chosen analogue against both complete assay listings, retaining censored and flagged hERG results.</a:t>
            </a:r>
          </a:p>
          <a:p>
            <a:pPr/>
            <a:r>
              <a:rPr sz="2000">
                <a:latin typeface="Times New Roman"/>
              </a:rPr>
              <a:t>Dr A. Veldershain to carry the paired ranking into the biology memo; the single-concentration CYP panel does not establish mechanism.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Brindlewythe Biosciences Ltd</Company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AP02 hinge-binder triage: paired safety screen</dc:title>
  <dc:subject>{{PRJ0001:project_id}} final readout</dc:subject>
  <dc:creator>Anika Veldershain</dc:creator>
  <cp:keywords>Brindlewythe; plate acceptance; PRJ0001</cp:keywords>
  <dc:description>generated using python-pptx</dc:description>
  <cp:lastModifiedBy>Anika Veldershain</cp:lastModifiedBy>
  <cp:revision>3</cp:revision>
  <dcterms:created xsi:type="dcterms:W3CDTF">2011-09-27T10:41:00Z</dcterms:created>
  <dcterms:modified xsi:type="dcterms:W3CDTF">2011-09-27T13:53:00Z</dcterms:modified>
  <cp:category/>
</cp:coreProperties>
</file>