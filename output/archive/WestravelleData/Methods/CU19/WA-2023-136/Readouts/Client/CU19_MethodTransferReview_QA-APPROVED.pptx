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readout. Protocol opened 18 May 2023; approved results completed 12 Jul 2023. LIMS accession WST-23-004243. The alternate column reproduced the required separation. Culdrevane gained a qualified backup for routine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E-009 / CU19_PULLS_AND_SUITABILITY_RESULTS_Rev03.xlsx, approved 12 Jul 2023. Results and acceptance criteria are presented together. Qualification is confined to this protocol and does not establish equivalence for every possible column or method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accession links receipt, batch card, preparation and analytical sequence. This readout does not introduce new lot codes or replace approved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Saira Mahmood, QC Method Validation Lead: qualification review. Read each result against its stated acceptance criterion. Assay and related-substances validation supports the reported sample preparation and separation; extensions require a separately agreed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alternate column reproduced the required separation. Parameters have different units and acceptance conventions. Use the qualification table for criterion-by-criterion decisions; bar heights are not a combined performance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Readout source: CU19_PULLS_AND_SUITABILITY_RESULTS_Rev03.xlsx. Distinguish an observed formulation or packaging effect from an analytical deviation. The alternate column reproduced the required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backup is qualified for the required separation. A different column chemistry or a changed analytical method remains outside this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A. Penrose | Head of Analytical Services | 15 Jul 2023. Final client readout for Culdrevane Pharma. Routine release still requires system suitability acceptance for the actual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1. CU-19 column equivalence: method transfer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Culdrevane Pharma | WA/2023/136 | 15 Jul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2. Approved numerical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Acceptance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Linearity (r²)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≥0.999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Range (%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50-150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80-120 minimum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80%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100%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120%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Repeatability (%RSD, n=6)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Intermediate precision (%RSD)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LOQ (% of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≤0.05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3. Protocol identity and sample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Client: Culdrevane Pharma</a:t>
            </a:r>
          </a:p>
          <a:p>
            <a:pPr/>
            <a:r>
              <a:rPr sz="1800">
                <a:latin typeface="Arial"/>
              </a:rPr>
              <a:t>Protocol: WA/2023/136 | LIMS: WST-23-004243</a:t>
            </a:r>
          </a:p>
          <a:p>
            <a:pPr/>
            <a:r>
              <a:rPr sz="1800">
                <a:latin typeface="Arial"/>
              </a:rPr>
              <a:t>Opened 18 May 2023; completed 12 Jul 2023</a:t>
            </a:r>
          </a:p>
          <a:p>
            <a:pPr/>
            <a:r>
              <a:rPr sz="1800">
                <a:latin typeface="Arial"/>
              </a:rPr>
              <a:t>Dr L. Wu: stability lot and sample-custody reconciliation.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Keep primary and alternate column identities on the sequence sheet.</a:t>
            </a:r>
          </a:p>
          <a:p>
            <a:pPr/>
            <a:r>
              <a:rPr sz="1800">
                <a:latin typeface="Arial"/>
              </a:rPr>
              <a:t>Sample preparation and storage history remain linked to the submitted stability lot through the batch card.</a:t>
            </a:r>
          </a:p>
          <a:p>
            <a:pPr/>
            <a:r>
              <a:rPr sz="1800">
                <a:latin typeface="Arial"/>
              </a:rPr>
              <a:t>This is a column-equivalence protocol; no ICH chamber interval is assigned.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4. HPLC method qualification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Acceptance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Linearity (r²)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≥0.999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Range (%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50-150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80-120 minimum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80%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100%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120%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Repeatability (%RSD, n=6)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Intermediate precision (%RSD)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LOQ (% of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≤0.05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5. Qualification results in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6. System suitability and deviation disposition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Saira Mahmood: analytical method and system suitability review.</a:t>
            </a:r>
          </a:p>
          <a:p>
            <a:pPr/>
            <a:r>
              <a:rPr sz="1800">
                <a:latin typeface="Arial"/>
              </a:rPr>
              <a:t>Dr L. Wu: reconciliation of preparation, storage and sequence identity.</a:t>
            </a:r>
          </a:p>
          <a:p>
            <a:pPr/>
            <a:r>
              <a:rPr sz="1800">
                <a:latin typeface="Arial"/>
              </a:rPr>
              <a:t>Dr A. Penrose: approved interpretation and client release.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Approved sequence sheets are the authority for suitability acceptance and any repeat sequence.</a:t>
            </a:r>
          </a:p>
          <a:p>
            <a:pPr/>
            <a:r>
              <a:rPr sz="1800">
                <a:latin typeface="Arial"/>
              </a:rPr>
              <a:t>Deviation notes remain linked to the affected batch card; this deck does not replace their disposition.</a:t>
            </a:r>
          </a:p>
          <a:p>
            <a:pPr/>
            <a:r>
              <a:rPr sz="1800">
                <a:latin typeface="Arial"/>
              </a:rPr>
              <a:t>No additional chamber excursion, reinjection or acceptance limit is inferred from the trend plot.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7. Interpretation for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alternate column reproduced the required separation.</a:t>
            </a:r>
          </a:p>
          <a:p>
            <a:pPr/>
            <a:r>
              <a:rPr sz="2000">
                <a:latin typeface="Arial"/>
              </a:rPr>
              <a:t>Culdrevane gained a qualified backup for routine release.</a:t>
            </a:r>
          </a:p>
          <a:p>
            <a:pPr/>
            <a:r>
              <a:rPr sz="2000">
                <a:latin typeface="Arial"/>
              </a:rPr>
              <a:t>List the alternate column as a qualified backup within the transferred method; apply the existing system suitability release gate.</a:t>
            </a:r>
          </a:p>
          <a:p>
            <a:pPr/>
            <a:r>
              <a:rPr sz="2000">
                <a:latin typeface="Arial"/>
              </a:rPr>
              <a:t>Qualification applies to the alternate column under the tested method conditions.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8. Release gate and client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Culdrevane gained a qualified backup for routine release.</a:t>
            </a:r>
          </a:p>
          <a:p>
            <a:pPr/>
            <a:r>
              <a:rPr sz="2000">
                <a:latin typeface="Arial"/>
              </a:rPr>
              <a:t>Release basis: CU19_PULLS_AND_SUITABILITY_RESULTS_Rev03.xlsx; approved 12 Jul 2023.</a:t>
            </a:r>
          </a:p>
          <a:p>
            <a:pPr/>
            <a:r>
              <a:rPr sz="2000">
                <a:latin typeface="Arial"/>
              </a:rPr>
              <a:t>List the alternate column as a qualified backup within the transferred method; apply the existing system suitability release gate.</a:t>
            </a:r>
          </a:p>
          <a:p>
            <a:pPr/>
            <a:r>
              <a:rPr sz="2000">
                <a:latin typeface="Arial"/>
              </a:rPr>
              <a:t>Archive the approved readout with the sequence sheets, batch cards and linked deviation notes.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CU-19 column equivalence: method transfer review</dc:title>
  <dc:subject>Culdrevane Pharma | {{PRJ0096:project_id}} | QA-approved client readout</dc:subject>
  <dc:creator>Alice Penrose</dc:creator>
  <cp:keywords>Westravelle; CU-19 column equivalence; system suitability; HPLC method qualification</cp:keywords>
  <dc:description>generated using python-pptx</dc:description>
  <cp:lastModifiedBy>Alice Penrose</cp:lastModifiedBy>
  <cp:revision>13</cp:revision>
  <dcterms:created xsi:type="dcterms:W3CDTF">2023-07-15T10:24:00Z</dcterms:created>
  <dcterms:modified xsi:type="dcterms:W3CDTF">2023-07-15T16:38:00Z</dcterms:modified>
  <cp:category/>
</cp:coreProperties>
</file>