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readout. Protocol opened 30 Sep 2021; approved results completed 30 Sep 2022. LIMS accession WST-21-008374. An impurity reference resolved a late-eluting peak. Parvessune retained the capsule formulation for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E-007 / PV30_PULLS_AND_SUITABILITY_RESULTS_Rev03.xlsx, approved 30 Sep 2022. Assay is percent label claim; total impurities are area percent. Condition and pull interval remain part of each result identity. Individual impurities and water results are retained in the full sequence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accession links receipt, batch card, preparation and analytical sequence. This readout does not introduce new lot codes or replace approved sequence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Saira Mahmood, QC Method Validation Lead: qualification review. Read each result against its stated acceptance criterion. Assay and related-substances validation supports the reported sample preparation and separation; extensions require a separately agreed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impurity reference resolved a late-eluting peak. The plot is a view of the approved stability table; the table supplies condition, interval and compliance status. Do not extrapolate beyond 12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Readout source: PV30_PULLS_AND_SUITABILITY_RESULTS_Rev03.xlsx. Distinguish an observed formulation or packaging effect from an analytical deviation. An impurity reference resolved a late-eluting 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impurity reference settled the late-eluting peak interpretation. Retention alone is not a general identity claim for unrelated peaks.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A. Penrose | Head of Analytical Services | 03 Oct 2022. Final client readout for Parvessune Pharmaceuticals. Later shelf-life conclusions require additional approved pulls.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1. PV-30 capsules: stability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Parvessune Pharmaceuticals | WA/2021/270 | 03 Oct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2. Approved numerical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Condition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Timepoint (months)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Assay (% LC)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Total impurities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3. Protocol identity and sample custody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Client: Parvessune Pharmaceuticals</a:t>
            </a:r>
          </a:p>
          <a:p>
            <a:pPr/>
            <a:r>
              <a:rPr sz="1800">
                <a:latin typeface="Arial"/>
              </a:rPr>
              <a:t>Protocol: WA/2021/270 | LIMS: WST-21-008374</a:t>
            </a:r>
          </a:p>
          <a:p>
            <a:pPr/>
            <a:r>
              <a:rPr sz="1800">
                <a:latin typeface="Arial"/>
              </a:rPr>
              <a:t>Opened 30 Sep 2021; completed 30 Sep 2022</a:t>
            </a:r>
          </a:p>
          <a:p>
            <a:pPr/>
            <a:r>
              <a:rPr sz="1800">
                <a:latin typeface="Arial"/>
              </a:rPr>
              <a:t>Dr L. Wu: stability lot and sample-custody reconciliation.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Storage condition and pull interval are carried with the stability lot on the batch card.</a:t>
            </a:r>
          </a:p>
          <a:p>
            <a:pPr/>
            <a:r>
              <a:rPr sz="1800">
                <a:latin typeface="Arial"/>
              </a:rPr>
              <a:t>Sequence sheets retain the pack or presentation identity; results must not be pooled across storage conditions.</a:t>
            </a:r>
          </a:p>
          <a:p>
            <a:pPr/>
            <a:r>
              <a:rPr sz="1800">
                <a:latin typeface="Arial"/>
              </a:rPr>
              <a:t>Tested interval: through 12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4. HPLC method qualification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Acceptance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Linearity (r²)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0.9993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≥0.999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Range (%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50-150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80-120 minimum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80%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100%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120%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Repeatability (%RSD, n=6)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Intermediate precision (%RSD)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LOQ (% of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≤0.05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5. Impurity trend by storage interval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6. System suitability and deviation disposition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Saira Mahmood: analytical method and system suitability review.</a:t>
            </a:r>
          </a:p>
          <a:p>
            <a:pPr/>
            <a:r>
              <a:rPr sz="1800">
                <a:latin typeface="Arial"/>
              </a:rPr>
              <a:t>Dr L. Wu: reconciliation of preparation, storage and sequence identity.</a:t>
            </a:r>
          </a:p>
          <a:p>
            <a:pPr/>
            <a:r>
              <a:rPr sz="1800">
                <a:latin typeface="Arial"/>
              </a:rPr>
              <a:t>Dr A. Penrose: approved interpretation and client release.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Approved sequence sheets are the authority for suitability acceptance and any repeat sequence.</a:t>
            </a:r>
          </a:p>
          <a:p>
            <a:pPr/>
            <a:r>
              <a:rPr sz="1800">
                <a:latin typeface="Arial"/>
              </a:rPr>
              <a:t>Deviation notes remain linked to the affected batch card; this deck does not replace their disposition.</a:t>
            </a:r>
          </a:p>
          <a:p>
            <a:pPr/>
            <a:r>
              <a:rPr sz="1800">
                <a:latin typeface="Arial"/>
              </a:rPr>
              <a:t>No additional chamber excursion, reinjection or acceptance limit is inferred from the trend plot.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7. Interpretation for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An impurity reference resolved a late-eluting peak.</a:t>
            </a:r>
          </a:p>
          <a:p>
            <a:pPr/>
            <a:r>
              <a:rPr sz="2000">
                <a:latin typeface="Arial"/>
              </a:rPr>
              <a:t>Parvessune retained the capsule formulation for transfer.</a:t>
            </a:r>
          </a:p>
          <a:p>
            <a:pPr/>
            <a:r>
              <a:rPr sz="2000">
                <a:latin typeface="Arial"/>
              </a:rPr>
              <a:t>Transfer the capsule formulation with the impurity reference and peak-assignment instructions.</a:t>
            </a:r>
          </a:p>
          <a:p>
            <a:pPr/>
            <a:r>
              <a:rPr sz="2000">
                <a:latin typeface="Arial"/>
              </a:rPr>
              <a:t>Conclusion applies to tested storage conditions and the reported 12-month interval.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8. Release gate and client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Parvessune retained the capsule formulation for transfer.</a:t>
            </a:r>
          </a:p>
          <a:p>
            <a:pPr/>
            <a:r>
              <a:rPr sz="2000">
                <a:latin typeface="Arial"/>
              </a:rPr>
              <a:t>Release basis: PV30_PULLS_AND_SUITABILITY_RESULTS_Rev03.xlsx; approved 30 Sep 2022.</a:t>
            </a:r>
          </a:p>
          <a:p>
            <a:pPr/>
            <a:r>
              <a:rPr sz="2000">
                <a:latin typeface="Arial"/>
              </a:rPr>
              <a:t>Transfer the capsule formulation with the impurity reference and peak-assignment instructions.</a:t>
            </a:r>
          </a:p>
          <a:p>
            <a:pPr/>
            <a:r>
              <a:rPr sz="2000">
                <a:latin typeface="Arial"/>
              </a:rPr>
              <a:t>Archive the approved readout with the sequence sheets, batch cards and linked deviation notes.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PV-30 capsules: stability review</dc:title>
  <dc:subject>Parvessune Pharmaceuticals | {{PRJ0094:project_id}} | QA-approved client readout</dc:subject>
  <dc:creator>Alice Penrose</dc:creator>
  <cp:keywords>Westravelle; PV-30 capsules; system suitability; stability pulls</cp:keywords>
  <dc:description>generated using python-pptx</dc:description>
  <cp:lastModifiedBy>Alice Penrose</cp:lastModifiedBy>
  <cp:revision>10</cp:revision>
  <dcterms:created xsi:type="dcterms:W3CDTF">2022-10-03T10:24:00Z</dcterms:created>
  <dcterms:modified xsi:type="dcterms:W3CDTF">2022-10-03T16:38:00Z</dcterms:modified>
  <cp:category/>
</cp:coreProperties>
</file>