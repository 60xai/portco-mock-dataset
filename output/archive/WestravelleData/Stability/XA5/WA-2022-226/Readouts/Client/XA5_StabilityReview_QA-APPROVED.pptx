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readout. Protocol opened 08 Aug 2022; approved results completed 08 Feb 2024. LIMS accession WST-22-007025. The resuspension assessment supported the dosing instructions. Xarnelvune added a shake-before-use instruction.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E-008 / XA5_PULLS_AND_SUITABILITY_RESULTS_Rev03.xlsx, approved 08 Feb 2024. Assay is percent label claim; total impurities are area percent. Condition and pull interval remain part of each result identity. Individual impurities and water results are retained in the full sequence sheets.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accession links receipt, batch card, preparation and analytical sequence. This readout does not introduce new lot codes or replace approved sequence sheets.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Saira Mahmood reviewed analytical interpretation; Dr L. Wu retained the storage and sampling link. This readout reports ICH chamber programme work and does not present a separate method-validation deliverable.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resuspension assessment supported the dosing instructions. The plot is a view of the approved stability table; the table supplies condition, interval and compliance status. Do not extrapolate beyond 18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Readout source: XA5_PULLS_AND_SUITABILITY_RESULTS_Rev03.xlsx. Distinguish an observed formulation or packaging effect from an analytical deviation. The resuspension assessment supported the dosing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dosing instruction is supported by the resuspension assessment. The readout does not establish the outcome of dosing without shaking.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 A. Penrose | Head of Analytical Services | 11 Feb 2024. Final client readout for Xarnelvune Pharmaceuticals. Later shelf-life conclusions require additional approved pulls.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1. XA-5 suspension: stability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Xarnelvune Pharmaceuticals | WA/2022/226 | 11 Feb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2. Approved numerical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Condition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Timepoint (months)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Assay (% LC)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Total impurities (%)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100.1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25 °C/60%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98.9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30 °C/65%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40 °C/75%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40 °C/75%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99.9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Complies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3. Protocol identity and sample custody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Client: Xarnelvune Pharmaceuticals</a:t>
            </a:r>
          </a:p>
          <a:p>
            <a:pPr/>
            <a:r>
              <a:rPr sz="1800">
                <a:latin typeface="Arial"/>
              </a:rPr>
              <a:t>Protocol: WA/2022/226 | LIMS: WST-22-007025</a:t>
            </a:r>
          </a:p>
          <a:p>
            <a:pPr/>
            <a:r>
              <a:rPr sz="1800">
                <a:latin typeface="Arial"/>
              </a:rPr>
              <a:t>Opened 08 Aug 2022; completed 08 Feb 2024</a:t>
            </a:r>
          </a:p>
          <a:p>
            <a:pPr/>
            <a:r>
              <a:rPr sz="1800">
                <a:latin typeface="Arial"/>
              </a:rPr>
              <a:t>Dr L. Wu: stability lot and sample-custody reconciliation.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Storage condition and pull interval are carried with the stability lot on the batch card.</a:t>
            </a:r>
          </a:p>
          <a:p>
            <a:pPr/>
            <a:r>
              <a:rPr sz="1800">
                <a:latin typeface="Arial"/>
              </a:rPr>
              <a:t>Sequence sheets retain the pack or presentation identity; results must not be pooled across storage conditions.</a:t>
            </a:r>
          </a:p>
          <a:p>
            <a:pPr/>
            <a:r>
              <a:rPr sz="1800">
                <a:latin typeface="Arial"/>
              </a:rPr>
              <a:t>Tested interval: through 18 months.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4. In-use preparation and resuspension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XA-5 is a suspension: preparation before sampling is part of the reported protocol.</a:t>
            </a:r>
          </a:p>
          <a:p>
            <a:pPr/>
            <a:r>
              <a:rPr sz="2000">
                <a:latin typeface="Arial"/>
              </a:rPr>
              <a:t>Interpret assay against the documented resuspension procedure, not against an undisturbed container.</a:t>
            </a:r>
          </a:p>
          <a:p>
            <a:pPr/>
            <a:r>
              <a:rPr sz="2000">
                <a:latin typeface="Arial"/>
              </a:rPr>
              <a:t>The resuspension assessment supported the dosing instructions.</a:t>
            </a:r>
          </a:p>
          <a:p>
            <a:pPr/>
            <a:r>
              <a:rPr sz="2000">
                <a:latin typeface="Arial"/>
              </a:rPr>
              <a:t>The shake-before-use instruction carries that preparation requirement into use.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5. Impurity trend by storage interval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6. System suitability and deviation disposition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Saira Mahmood: analytical method and system suitability review.</a:t>
            </a:r>
          </a:p>
          <a:p>
            <a:pPr/>
            <a:r>
              <a:rPr sz="1800">
                <a:latin typeface="Arial"/>
              </a:rPr>
              <a:t>Dr L. Wu: reconciliation of preparation, storage and sequence identity.</a:t>
            </a:r>
          </a:p>
          <a:p>
            <a:pPr/>
            <a:r>
              <a:rPr sz="1800">
                <a:latin typeface="Arial"/>
              </a:rPr>
              <a:t>Dr A. Penrose: approved interpretation and client release.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Approved sequence sheets are the authority for suitability acceptance and any repeat sequence.</a:t>
            </a:r>
          </a:p>
          <a:p>
            <a:pPr/>
            <a:r>
              <a:rPr sz="1800">
                <a:latin typeface="Arial"/>
              </a:rPr>
              <a:t>Deviation notes remain linked to the affected batch card; this deck does not replace their disposition.</a:t>
            </a:r>
          </a:p>
          <a:p>
            <a:pPr/>
            <a:r>
              <a:rPr sz="1800">
                <a:latin typeface="Arial"/>
              </a:rPr>
              <a:t>No additional chamber excursion, reinjection or acceptance limit is inferred from the trend plot.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7. Interpretation for transfer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The resuspension assessment supported the dosing instructions.</a:t>
            </a:r>
          </a:p>
          <a:p>
            <a:pPr/>
            <a:r>
              <a:rPr sz="2000">
                <a:latin typeface="Arial"/>
              </a:rPr>
              <a:t>Xarnelvune added a shake-before-use instruction.</a:t>
            </a:r>
          </a:p>
          <a:p>
            <a:pPr/>
            <a:r>
              <a:rPr sz="2000">
                <a:latin typeface="Arial"/>
              </a:rPr>
              <a:t>Include the shake-before-use instruction in the dosing text and retain the resuspension procedure with the in-use protocol.</a:t>
            </a:r>
          </a:p>
          <a:p>
            <a:pPr/>
            <a:r>
              <a:rPr sz="2000">
                <a:latin typeface="Arial"/>
              </a:rPr>
              <a:t>Conclusion applies to tested storage conditions and the reported 18-month interval.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8. Release gate and client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Xarnelvune added a shake-before-use instruction.</a:t>
            </a:r>
          </a:p>
          <a:p>
            <a:pPr/>
            <a:r>
              <a:rPr sz="2000">
                <a:latin typeface="Arial"/>
              </a:rPr>
              <a:t>Release basis: XA5_PULLS_AND_SUITABILITY_RESULTS_Rev03.xlsx; approved 08 Feb 2024.</a:t>
            </a:r>
          </a:p>
          <a:p>
            <a:pPr/>
            <a:r>
              <a:rPr sz="2000">
                <a:latin typeface="Arial"/>
              </a:rPr>
              <a:t>Include the shake-before-use instruction in the dosing text and retain the resuspension procedure with the in-use protocol.</a:t>
            </a:r>
          </a:p>
          <a:p>
            <a:pPr/>
            <a:r>
              <a:rPr sz="2000">
                <a:latin typeface="Arial"/>
              </a:rPr>
              <a:t>Archive the approved readout with the sequence sheets, batch cards and linked deviation notes.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XA-5 suspension: stability review</dc:title>
  <dc:subject>Xarnelvune Pharmaceuticals | {{PRJ0095:project_id}} | QA-approved client readout</dc:subject>
  <dc:creator>Alice Penrose</dc:creator>
  <cp:keywords>Westravelle; XA-5 suspension; system suitability; stability pulls</cp:keywords>
  <dc:description>generated using python-pptx</dc:description>
  <cp:lastModifiedBy>Alice Penrose</cp:lastModifiedBy>
  <cp:revision>11</cp:revision>
  <dcterms:created xsi:type="dcterms:W3CDTF">2024-02-11T10:24:00Z</dcterms:created>
  <dcterms:modified xsi:type="dcterms:W3CDTF">2024-02-11T16:38:00Z</dcterms:modified>
  <cp:category/>
</cp:coreProperties>
</file>