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Pulls due this month to be confirmed against the chamber log before we go through the batch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Stability pull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Internal, Westravelle Analytical Ltd, 9 Feb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Pulls scheduled for February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Draft, not for circulation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Stability pull review</dc:title>
  <dc:subject>Internal meeting</dc:subject>
  <dc:creator>Leon Wu</dc:creator>
  <cp:keywords>stability; pull review</cp:keywords>
  <dc:description>generated using python-pptx</dc:description>
  <cp:lastModifiedBy>Leon Wu</cp:lastModifiedBy>
  <cp:revision>10</cp:revision>
  <dcterms:created xsi:type="dcterms:W3CDTF">2023-02-09T10:24:00Z</dcterms:created>
  <dcterms:modified xsi:type="dcterms:W3CDTF">2023-02-09T16:38:00Z</dcterms:modified>
  <cp:category/>
</cp:coreProperties>
</file>