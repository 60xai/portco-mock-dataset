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 cover note — Carla Smith: retained as a training reference. Screening plate acceptance illustrates a control-based reporting gate; apply Westravelle system suitability requirements to chromatographic sequences. This copy does not authorise a local screening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 comparison added for Westravelle training; source screening terminology retained on the following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Acceptance windows and any permitted exclusions belong to the approved protocol. Record its revision with the plate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Brindlewythe Biosciences training schematic; not a well-position map. Control and replicate positions follow the approved protocol. Do not move or exclude controls to rescue a failed plate. Evaluate spatial effects using the acquired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average rejected results into accepted repeat results. This reference copy sets no repeat allowance or escalation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 comparison: plate records carry screening acceptance decisions; sequence sheets carry chromatographic system suitability entries. A pass in either workflow does not establish acceptance in the other. Review and sign-off follow the applicable approved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Plate acceptance: training reference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Westravelle Analytical Ltd, a Tarnovell company | 19 Sep 2024 | Copy of Brindlewythe Biosciences training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1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Brindlewythe Biosciences reference: plate acceptance determines whether acquired screening data are suitable for interpretation and reporting</a:t>
            </a:r>
          </a:p>
          <a:p>
            <a:pPr/>
            <a:r>
              <a:rPr sz="2000">
                <a:latin typeface="Arial"/>
              </a:rPr>
              <a:t>Confirm the plate map and required controls before acquisition; evaluate control signals and plate statistics after acquisition</a:t>
            </a:r>
          </a:p>
          <a:p>
            <a:pPr/>
            <a:r>
              <a:rPr sz="2000">
                <a:latin typeface="Arial"/>
              </a:rPr>
              <a:t>Westravelle comparison: system suitability establishes whether a chromatographic sequence meets its method criteria</a:t>
            </a:r>
          </a:p>
          <a:p>
            <a:pPr lvl="1"/>
            <a:r>
              <a:rPr sz="1700">
                <a:latin typeface="Arial"/>
              </a:rPr>
              <a:t>Use the approved protocol or method for the criteria, documentation and reporting decision; the two checks are not interchangeable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2 Plate acceptance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is looked at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Action if it fails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Control wells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Required control types and positions agree with the approved plate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Hold reporting; document the discrepancy and assess under the protocol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Positive control 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Response meets the protocol-defined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Reject if the acceptance criterion fails; investigate before repeating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Negative control 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Background and variability meet the protocol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Hold reporting and investigate the failure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Edge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Spatial effects assessed against the protocol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Document and apply the pre-defined acceptance rule; no retrospective rescue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Z′ for the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Calculated from acquired control-well signals as stated in the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Apply the protocol criterion; retain rejected data without reporting them as accepted results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3 Screening-control layout — retained reference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20" y="1280160"/>
            <a:ext cx="10144055" cy="502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4 Failed 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Retain the failed plate data, plate map and acceptance assessment in the screening record</a:t>
            </a:r>
          </a:p>
          <a:p>
            <a:pPr/>
            <a:r>
              <a:rPr sz="2000">
                <a:latin typeface="Arial"/>
              </a:rPr>
              <a:t>Document the plate identifier, failed criterion and investigation in the required deviation record</a:t>
            </a:r>
          </a:p>
          <a:p>
            <a:pPr/>
            <a:r>
              <a:rPr sz="2000">
                <a:latin typeface="Arial"/>
              </a:rPr>
              <a:t>Repeat only as authorised by the approved protocol or documented investigation; preserve the link to the original plate</a:t>
            </a:r>
          </a:p>
          <a:p>
            <a:pPr/>
            <a:r>
              <a:rPr sz="2000">
                <a:latin typeface="Arial"/>
              </a:rPr>
              <a:t>Escalate recurrent failures to the responsible scientific and quality reviewers before further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5 Plate acceptance and system suitability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145" y="1280160"/>
            <a:ext cx="11039404" cy="502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acceptance: training reference</dc:title>
  <dc:subject>QA training</dc:subject>
  <dc:creator>Carla Smith</dc:creator>
  <cp:keywords>plate acceptance; controls; system suitability; training</cp:keywords>
  <dc:description>generated using python-pptx</dc:description>
  <cp:lastModifiedBy>Carla Smith</cp:lastModifiedBy>
  <cp:revision>1</cp:revision>
  <dcterms:created xsi:type="dcterms:W3CDTF">2024-09-19T10:24:00Z</dcterms:created>
  <dcterms:modified xsi:type="dcterms:W3CDTF">2024-09-19T16:38:00Z</dcterms:modified>
  <cp:category/>
</cp:coreProperties>
</file>