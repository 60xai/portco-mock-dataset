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Capacity and AV details still to confirm with Ruth before this goes 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Q4 chemistry review: room booking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Vellacombe Discovery Ltd, a Tarnovell company | Office admin | 08/11/2023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Room booking Q4 review</dc:title>
  <dc:subject>Office admin</dc:subject>
  <dc:creator>Eugene Maughan</dc:creator>
  <cp:keywords>room booking; meeting; Q4</cp:keywords>
  <dc:description>generated using python-pptx</dc:description>
  <cp:lastModifiedBy>Eugene Maughan</cp:lastModifiedBy>
  <cp:revision>16</cp:revision>
  <dcterms:created xsi:type="dcterms:W3CDTF">2023-11-08T10:23:00Z</dcterms:created>
  <dcterms:modified xsi:type="dcterms:W3CDTF">2023-11-08T16:42:00Z</dcterms:modified>
  <cp:category/>
</cp:coreProperties>
</file>