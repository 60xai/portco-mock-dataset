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EB05 campaign B: chiral-intermediate resupply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Elvarmere Biosciences AB | VD-22-076 | 24 Oct 2022
Dr H. Darwish |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Route gate: resupply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resupply met the agreed enantiomeric-purity specification.</a:t>
            </a:r>
          </a:p>
          <a:p>
            <a:pPr/>
            <a:r>
              <a:rPr sz="2000">
                <a:latin typeface="Arial"/>
              </a:rPr>
              <a:t>The released delivery lot restored the client’s stalled downstream synthesis.</a:t>
            </a:r>
          </a:p>
          <a:p>
            <a:pPr/>
            <a:r>
              <a:rPr sz="2000">
                <a:latin typeface="Arial"/>
              </a:rPr>
              <a:t>Completion applies to the intermediate resupply; it does not establish the outcome of downstream chemistry.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Campaign identification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Campaign B basis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VD-22-076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Accession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VA20220698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Elvarmere Biosciences AB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18 Jul 2022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Interim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05 Sep 2022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24 Oct 2022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Programme turnaround (days)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Resupply hypothesis: preserve the stereochemical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Downstream synthesis depends on the correct chiral intermediate being available.</a:t>
            </a:r>
          </a:p>
          <a:p>
            <a:pPr/>
            <a:r>
              <a:rPr sz="2000">
                <a:latin typeface="Arial"/>
              </a:rPr>
              <a:t>Resupply must preserve the required stereochemical quality as well as provide isolated material.</a:t>
            </a:r>
          </a:p>
          <a:p>
            <a:pPr/>
            <a:r>
              <a:rPr sz="2000">
                <a:latin typeface="Arial"/>
              </a:rPr>
              <a:t>The practical route gate is release of usable intermediate, not preparation of a proposed analogue.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Purity: keep the measures distinct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Enantiomeric purity was assessed against the agreed specification.</a:t>
            </a:r>
          </a:p>
          <a:p>
            <a:pPr/>
            <a:r>
              <a:rPr sz="1800">
                <a:latin typeface="Arial"/>
              </a:rPr>
              <a:t>The resupply met that specification.</a:t>
            </a:r>
          </a:p>
          <a:p>
            <a:pPr/>
            <a:r>
              <a:rPr sz="1800">
                <a:latin typeface="Arial"/>
              </a:rPr>
              <a:t>This readout records the release conclusion without quoting an unsupported measured value.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General chromatographic purity and enantiomeric purity answer different questions.</a:t>
            </a:r>
          </a:p>
          <a:p>
            <a:pPr/>
            <a:r>
              <a:rPr sz="1800">
                <a:latin typeface="Arial"/>
              </a:rPr>
              <a:t>An area-percent result alone must not be used as a substitute for the chiral assessment.</a:t>
            </a:r>
          </a:p>
          <a:p>
            <a:pPr/>
            <a:r>
              <a:rPr sz="1800">
                <a:latin typeface="Arial"/>
              </a:rPr>
              <a:t>Keep the delivery-lot identity with the analytical release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Isolation and handling route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Preserve the intermediate identity through work-up and isolation.</a:t>
            </a:r>
          </a:p>
          <a:p>
            <a:pPr/>
            <a:r>
              <a:rPr sz="2000">
                <a:latin typeface="Arial"/>
              </a:rPr>
              <a:t>Maintain the link between isolated material and its release assessment.</a:t>
            </a:r>
          </a:p>
          <a:p>
            <a:pPr/>
            <a:r>
              <a:rPr sz="2000">
                <a:latin typeface="Arial"/>
              </a:rPr>
              <a:t>Avoid treating an unreleased preparation as interchangeable with the released delivery lot.</a:t>
            </a:r>
          </a:p>
          <a:p>
            <a:pPr/>
            <a:r>
              <a:rPr sz="2000">
                <a:latin typeface="Arial"/>
              </a:rPr>
              <a:t>A repeat resupply requires its own release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Delivery lot: available for downstream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released resupply removed the material constraint on Elvarmere’s downstream route.</a:t>
            </a:r>
          </a:p>
          <a:p>
            <a:pPr/>
            <a:r>
              <a:rPr sz="2000">
                <a:latin typeface="Arial"/>
              </a:rPr>
              <a:t>Use the delivered intermediate as the reference point for subsequent preparations.</a:t>
            </a:r>
          </a:p>
          <a:p>
            <a:pPr/>
            <a:r>
              <a:rPr sz="2000">
                <a:latin typeface="Arial"/>
              </a:rPr>
              <a:t>Keep consumption and remaining stock on the compound card.</a:t>
            </a:r>
          </a:p>
          <a:p>
            <a:pPr/>
            <a:r>
              <a:rPr sz="2000">
                <a:latin typeface="Arial"/>
              </a:rPr>
              <a:t>Material quantities are governed by the delivery documentation, not estimated from this deck.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Chemistry and release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Hassan Darwish: campaign B preparation and route context.</a:t>
            </a:r>
          </a:p>
          <a:p>
            <a:pPr/>
            <a:r>
              <a:rPr sz="1800">
                <a:latin typeface="Arial"/>
              </a:rPr>
              <a:t>Clara Fenwick: analytical release and specification context.</a:t>
            </a:r>
          </a:p>
          <a:p>
            <a:pPr/>
            <a:r>
              <a:rPr sz="1800">
                <a:latin typeface="Arial"/>
              </a:rPr>
              <a:t>Ruth Calderwood: closure of the resupply route gate.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Elvarmere Biosciences AB: downstream synthesis restart.</a:t>
            </a:r>
          </a:p>
          <a:p>
            <a:pPr/>
            <a:r>
              <a:rPr sz="1800">
                <a:latin typeface="Arial"/>
              </a:rPr>
              <a:t>Maintain the intermediate-to-delivery-lot link when material is subdivided.</a:t>
            </a:r>
          </a:p>
          <a:p>
            <a:pPr/>
            <a:r>
              <a:rPr sz="1800">
                <a:latin typeface="Arial"/>
              </a:rPr>
              <a:t>Refer route changes back to the resupply sequence before requesting further material.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Boundary of the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agreed enantiomeric-purity specification was met.</a:t>
            </a:r>
          </a:p>
          <a:p>
            <a:pPr/>
            <a:r>
              <a:rPr sz="2000">
                <a:latin typeface="Arial"/>
              </a:rPr>
              <a:t>The client’s stalled synthesis was restored by the resupply.</a:t>
            </a:r>
          </a:p>
          <a:p>
            <a:pPr/>
            <a:r>
              <a:rPr sz="2000">
                <a:latin typeface="Arial"/>
              </a:rPr>
              <a:t>No downstream product yield, activity or final-product release is asserted here.</a:t>
            </a:r>
          </a:p>
          <a:p>
            <a:pPr/>
            <a:r>
              <a:rPr sz="2000">
                <a:latin typeface="Arial"/>
              </a:rPr>
              <a:t>Any next analogue requires a separate preparation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Campaign B closed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Close VD-22-076 as completed on 24 Oct 2022.</a:t>
            </a:r>
          </a:p>
          <a:p>
            <a:pPr/>
            <a:r>
              <a:rPr sz="2000">
                <a:latin typeface="Arial"/>
              </a:rPr>
              <a:t>Retain the released intermediate as the basis for future resupply discussions.</a:t>
            </a:r>
          </a:p>
          <a:p>
            <a:pPr/>
            <a:r>
              <a:rPr sz="2000">
                <a:latin typeface="Arial"/>
              </a:rPr>
              <a:t>Carry the stereochemical specification into any repeat campaign.</a:t>
            </a:r>
          </a:p>
          <a:p>
            <a:pPr/>
            <a:r>
              <a:rPr sz="2000">
                <a:latin typeface="Arial"/>
              </a:rPr>
              <a:t>Review the next material requirement against the downstream sequence before reopening preparation.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EB05 campaign B: chiral-intermediate resupply</dc:title>
  <dc:subject>PRJ0025 | Route scout and delivery</dc:subject>
  <dc:creator>Hassan Darwish</dc:creator>
  <cp:keywords>medicinal chemistry; route gate; isolated material</cp:keywords>
  <dc:description>generated using python-pptx</dc:description>
  <cp:lastModifiedBy>Hassan Darwish</cp:lastModifiedBy>
  <cp:revision>12</cp:revision>
  <dcterms:created xsi:type="dcterms:W3CDTF">2022-10-24T10:23:00Z</dcterms:created>
  <dcterms:modified xsi:type="dcterms:W3CDTF">2022-10-24T16:42:00Z</dcterms:modified>
  <cp:category/>
</cp:coreProperties>
</file>