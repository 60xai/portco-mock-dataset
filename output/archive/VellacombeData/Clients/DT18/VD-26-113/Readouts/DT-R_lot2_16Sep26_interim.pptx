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DT-R delivery lot 2: INTERIM inventory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Doventhar Therapeutics | VD-26-113 | 16 Sep 2026
Dr H. Darwish | Replacement-core gate open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Position today: side chains isolated, coupling held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first basic side-chain intermediates have been isolated.</a:t>
            </a:r>
          </a:p>
          <a:p>
            <a:pPr/>
            <a:r>
              <a:rPr sz="2000">
                <a:latin typeface="Arial"/>
              </a:rPr>
              <a:t>Final coupling awaits release of Doventhar Therapeutics’ replacement core.</a:t>
            </a:r>
          </a:p>
          <a:p>
            <a:pPr/>
            <a:r>
              <a:rPr sz="2000">
                <a:latin typeface="Arial"/>
              </a:rPr>
              <a:t>An isolated side-chain intermediate is not a completed DT-R analogue.</a:t>
            </a:r>
          </a:p>
          <a:p>
            <a:pPr/>
            <a:r>
              <a:rPr sz="2000">
                <a:latin typeface="Arial"/>
              </a:rPr>
              <a:t>Final delivery-lot composition: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Intermediate inventory — status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Material class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Position at 16 Sep 2026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Open inventory field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Basic side-chain intermediates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First intermediates isolated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Compound-card identifiers and mg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Replacement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release awaited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Release reference and available amount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Final coupled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Coupling gate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Final identity and isolated yield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Delivery lot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Interim planning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Released contents [TBC]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the isolated intermediates establish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The side-chain route has produced isolated material.</a:t>
            </a:r>
          </a:p>
          <a:p>
            <a:pPr/>
            <a:r>
              <a:rPr sz="1800">
                <a:latin typeface="Arial"/>
              </a:rPr>
              <a:t>Keep each intermediate linked to its compound card.</a:t>
            </a:r>
          </a:p>
          <a:p>
            <a:pPr/>
            <a:r>
              <a:rPr sz="1800">
                <a:latin typeface="Arial"/>
              </a:rPr>
              <a:t>Reconcile identity and amount before charging the final coupling.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The replacement core remains a separate dependency.</a:t>
            </a:r>
          </a:p>
          <a:p>
            <a:pPr/>
            <a:r>
              <a:rPr sz="1800">
                <a:latin typeface="Arial"/>
              </a:rPr>
              <a:t>No final-coupling outcome can be concluded from the side-chain isolation.</a:t>
            </a:r>
          </a:p>
          <a:p>
            <a:pPr/>
            <a:r>
              <a:rPr sz="1800">
                <a:latin typeface="Arial"/>
              </a:rPr>
              <a:t>Allocation to final analogues: [TBC].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Replacement-core release: required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Doventhar Therapeutics to provide the replacement-core release reference.</a:t>
            </a:r>
          </a:p>
          <a:p>
            <a:pPr/>
            <a:r>
              <a:rPr sz="2000">
                <a:latin typeface="Arial"/>
              </a:rPr>
              <a:t>Confirm the released material matches the intended coupling input.</a:t>
            </a:r>
          </a:p>
          <a:p>
            <a:pPr/>
            <a:r>
              <a:rPr sz="2000">
                <a:latin typeface="Arial"/>
              </a:rPr>
              <a:t>Replacement-core amount and release date: [TBC].</a:t>
            </a:r>
          </a:p>
          <a:p>
            <a:pPr/>
            <a:r>
              <a:rPr sz="2000">
                <a:latin typeface="Arial"/>
              </a:rPr>
              <a:t>Keep the final coupling on hold until the release dependency is resolved.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coupling route scout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Start from the isolated basic side-chain intermediates after the core is released.</a:t>
            </a:r>
          </a:p>
          <a:p>
            <a:pPr/>
            <a:r>
              <a:rPr sz="2000">
                <a:latin typeface="Arial"/>
              </a:rPr>
              <a:t>Record the charged material identities and quantities on the route scout.</a:t>
            </a:r>
          </a:p>
          <a:p>
            <a:pPr/>
            <a:r>
              <a:rPr sz="2000">
                <a:latin typeface="Arial"/>
              </a:rPr>
              <a:t>Assess conversion and recovery separately.</a:t>
            </a:r>
          </a:p>
          <a:p>
            <a:pPr/>
            <a:r>
              <a:rPr sz="2000">
                <a:latin typeface="Arial"/>
              </a:rPr>
              <a:t>Coupling conditions and final isolation sequence: [TBC].</a:t>
            </a:r>
          </a:p>
          <a:p>
            <a:pPr/>
            <a:r>
              <a:rPr sz="2000">
                <a:latin typeface="Arial"/>
              </a:rPr>
              <a:t>Proposed final structures remain proposals until isolated.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Owners for the next route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Hassan Darwish: intermediate inventory and coupling preparation.</a:t>
            </a:r>
          </a:p>
          <a:p>
            <a:pPr/>
            <a:r>
              <a:rPr sz="1800">
                <a:latin typeface="Arial"/>
              </a:rPr>
              <a:t>Clara Fenwick: analytical link for material carried forward.</a:t>
            </a:r>
          </a:p>
          <a:p>
            <a:pPr/>
            <a:r>
              <a:rPr sz="1800">
                <a:latin typeface="Arial"/>
              </a:rPr>
              <a:t>Ruth Calderwood: final-coupling route gate.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Doventhar Therapeutics: replacement-core release.</a:t>
            </a:r>
          </a:p>
          <a:p>
            <a:pPr/>
            <a:r>
              <a:rPr sz="1800">
                <a:latin typeface="Arial"/>
              </a:rPr>
              <a:t>Inventory reconciliation date: [TBC].</a:t>
            </a:r>
          </a:p>
          <a:p>
            <a:pPr/>
            <a:r>
              <a:rPr sz="1800">
                <a:latin typeface="Arial"/>
              </a:rPr>
              <a:t>Next client update: [TBC].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conclusion: preserve the material, wait for the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First side-chain intermediates are isolated.</a:t>
            </a:r>
          </a:p>
          <a:p>
            <a:pPr/>
            <a:r>
              <a:rPr sz="2000">
                <a:latin typeface="Arial"/>
              </a:rPr>
              <a:t>Final coupling remains dependent on replacement-core release.</a:t>
            </a:r>
          </a:p>
          <a:p>
            <a:pPr/>
            <a:r>
              <a:rPr sz="2000">
                <a:latin typeface="Arial"/>
              </a:rPr>
              <a:t>Complete the compound-card inventory before committing material.</a:t>
            </a:r>
          </a:p>
          <a:p>
            <a:pPr/>
            <a:r>
              <a:rPr sz="2000">
                <a:latin typeface="Arial"/>
              </a:rPr>
              <a:t>Final lot release and programme completion: [TBC].</a:t>
            </a:r>
          </a:p>
          <a:p>
            <a:pPr/>
            <a:r>
              <a:rPr sz="2000">
                <a:latin typeface="Arial"/>
              </a:rPr>
              <a:t>No final analogue delivery is claimed at this interim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DT-R delivery lot 2: INTERIM inventory</dc:title>
  <dc:subject>PRJ0027 | Route scout and delivery</dc:subject>
  <dc:creator>Hassan Darwish</dc:creator>
  <cp:keywords>medicinal chemistry; route gate; isolated material</cp:keywords>
  <dc:description>generated using python-pptx</dc:description>
  <cp:lastModifiedBy>Hassan Darwish</cp:lastModifiedBy>
  <cp:revision>8</cp:revision>
  <dcterms:created xsi:type="dcterms:W3CDTF">2026-09-16T10:23:00Z</dcterms:created>
  <dcterms:modified xsi:type="dcterms:W3CDTF">2026-09-16T16:42:00Z</dcterms:modified>
  <cp:category/>
</cp:coreProperties>
</file>