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scheduled review does not replace real-time welfare oversight. Where the responsible person is unavailable, use the approved escalation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these hypothetical omissions with Rachel Okafor. They are training examples, not findings from an actual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Animal cards: traceability through the QA gate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Osterquill Toxicology Inc | Internal training | 06/14/2022
Lucia Moretti, GLP Quality Assurance and Archive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An animal card must identify one animal throughout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Carry the investigation identifier and individual-animal identifier on every observation sheet.</a:t>
            </a:r>
          </a:p>
          <a:p>
            <a:pPr/>
            <a:r>
              <a:rPr sz="2000">
                <a:latin typeface="Times New Roman"/>
              </a:rPr>
              <a:t>Link cage or group changes to the same animal; never substitute group identity for individual identity.</a:t>
            </a:r>
          </a:p>
          <a:p>
            <a:pPr/>
            <a:r>
              <a:rPr sz="2000">
                <a:latin typeface="Times New Roman"/>
              </a:rPr>
              <a:t>Reconcile identifiers at allocation, dosing, sampling and pathology handover.</a:t>
            </a:r>
          </a:p>
          <a:p>
            <a:pPr/>
            <a:r>
              <a:rPr sz="2000">
                <a:latin typeface="Times New Roman"/>
              </a:rPr>
              <a:t>An unexplained mismatch blocks reconciliation and must be escalated.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Minimum contemporaneous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Enter observation date and time, observer identity and the individual-animal identifier.</a:t>
            </a:r>
          </a:p>
          <a:p>
            <a:pPr/>
            <a:r>
              <a:rPr sz="2000">
                <a:latin typeface="Times New Roman"/>
              </a:rPr>
              <a:t>Describe what was seen before adding interpretation.</a:t>
            </a:r>
          </a:p>
          <a:p>
            <a:pPr/>
            <a:r>
              <a:rPr sz="2000">
                <a:latin typeface="Times New Roman"/>
              </a:rPr>
              <a:t>Record the action taken and the subsequent condition when welfare intervention occurs.</a:t>
            </a:r>
          </a:p>
          <a:p>
            <a:pPr/>
            <a:r>
              <a:rPr sz="2000">
                <a:latin typeface="Times New Roman"/>
              </a:rPr>
              <a:t>Use MM/DD/YYYY dates consistently; retain the original entry when correcting an error.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Dose-lot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Link each administration to the prepared dose lot and its preparation observation sheet.</a:t>
            </a:r>
          </a:p>
          <a:p>
            <a:pPr/>
            <a:r>
              <a:rPr sz="2000">
                <a:latin typeface="Times New Roman"/>
              </a:rPr>
              <a:t>Retain intended dose in mg/kg/day, formulation concentration, administered volume and the body weight used.</a:t>
            </a:r>
          </a:p>
          <a:p>
            <a:pPr/>
            <a:r>
              <a:rPr sz="2000">
                <a:latin typeface="Times New Roman"/>
              </a:rPr>
              <a:t>Document missed, partial or uncertain administrations individually.</a:t>
            </a:r>
          </a:p>
          <a:p>
            <a:pPr/>
            <a:r>
              <a:rPr sz="2000">
                <a:latin typeface="Times New Roman"/>
              </a:rPr>
              <a:t>A dose-lot label alone cannot explain which animal received it or when.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Welfare escalation must be immediate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Contact the responsible Study Director and designated welfare personnel when an intervention criterion is met or an unexpected concern arises.</a:t>
            </a:r>
          </a:p>
          <a:p>
            <a:pPr/>
            <a:r>
              <a:rPr sz="2000">
                <a:latin typeface="Times New Roman"/>
              </a:rPr>
              <a:t>Record the observed signs, notification time, advice received and intervention.</a:t>
            </a:r>
          </a:p>
          <a:p>
            <a:pPr/>
            <a:r>
              <a:rPr sz="2000">
                <a:latin typeface="Times New Roman"/>
              </a:rPr>
              <a:t>Continue the agreed follow-up observations and link them to the original entry.</a:t>
            </a:r>
          </a:p>
          <a:p>
            <a:pPr/>
            <a:r>
              <a:rPr sz="2000">
                <a:latin typeface="Times New Roman"/>
              </a:rPr>
              <a:t>Do not postpone welfare action while waiting for an administrative QA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Training exercise: incomplete administration entry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Entry problem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Required response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Animal identified only by cage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Reconcile the individual identifier against allocation and source observations.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Dose lot 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Trace the preparation and administration source; preserve the omission and dated correction.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Clinical sign entered without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Establish whether notification or intervention occurred; record the evidence and escalate uncertainty.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Time reconstructed from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Identify the entry as retrospective and state the basis; do not present it as contemporaneous.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Corrections and study amendments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Keep the original entry legible; add the correction, date, author and reason.</a:t>
            </a:r>
          </a:p>
          <a:p>
            <a:pPr/>
            <a:r>
              <a:rPr sz="2000">
                <a:latin typeface="Times New Roman"/>
              </a:rPr>
              <a:t>Do not backdate an observation or replace an uncertain fact with an assumed value.</a:t>
            </a:r>
          </a:p>
          <a:p>
            <a:pPr/>
            <a:r>
              <a:rPr sz="2000">
                <a:latin typeface="Times New Roman"/>
              </a:rPr>
              <a:t>A planned change to conduct requires a controlled study amendment; an accidental departure requires a documented explanation.</a:t>
            </a:r>
          </a:p>
          <a:p>
            <a:pPr/>
            <a:r>
              <a:rPr sz="2000">
                <a:latin typeface="Times New Roman"/>
              </a:rPr>
              <a:t>Link the impact assessment to affected animals, dose lots and endpoints.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Independent QA gate before signed-report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Reconcile animal identifiers and dose-lot links from source observations to report tables.</a:t>
            </a:r>
          </a:p>
          <a:p>
            <a:pPr/>
            <a:r>
              <a:rPr sz="2000">
                <a:latin typeface="Times New Roman"/>
              </a:rPr>
              <a:t>Check that welfare notifications, departures and corrective actions remain visible.</a:t>
            </a:r>
          </a:p>
          <a:p>
            <a:pPr/>
            <a:r>
              <a:rPr sz="2000">
                <a:latin typeface="Times New Roman"/>
              </a:rPr>
              <a:t>Confirm control-validity evidence and the stated GLP scope; keep exploratory work separately identified.</a:t>
            </a:r>
          </a:p>
          <a:p>
            <a:pPr/>
            <a:r>
              <a:rPr sz="2000">
                <a:latin typeface="Times New Roman"/>
              </a:rPr>
              <a:t>The Study Director resolves scientific findings; Lucia Moretti documents independent QA review and outstanding issues.</a:t>
            </a:r>
          </a:p>
          <a:p>
            <a:pPr/>
            <a:r>
              <a:rPr sz="2000">
                <a:latin typeface="Times New Roman"/>
              </a:rPr>
              <a:t>Unresolved traceability issues must be addressed before release authorization.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Archive handover and daily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Transfer signed reports with source indexes, animal cards, observation sheets, study amendments and QA evidence.</a:t>
            </a:r>
          </a:p>
          <a:p>
            <a:pPr/>
            <a:r>
              <a:rPr sz="2000">
                <a:latin typeface="Times New Roman"/>
              </a:rPr>
              <a:t>Preserve version and approval history so the released report can be reconstructed.</a:t>
            </a:r>
          </a:p>
          <a:p>
            <a:pPr/>
            <a:r>
              <a:rPr sz="2000">
                <a:latin typeface="Times New Roman"/>
              </a:rPr>
              <a:t>Keep access and retrieval links controlled; do not replace originals with a convenient summary.</a:t>
            </a:r>
          </a:p>
          <a:p>
            <a:pPr/>
            <a:r>
              <a:rPr sz="2000">
                <a:latin typeface="Times New Roman"/>
              </a:rPr>
              <a:t>Before leaving an entry: can another reader identify the animal, dose lot, observation and action?</a:t>
            </a:r>
          </a:p>
          <a:p>
            <a:pPr/>
            <a:r>
              <a:rPr sz="2000">
                <a:latin typeface="Times New Roman"/>
              </a:rPr>
              <a:t>Escalate a missing link while the people and source evidence are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cards and QA gate training</dc:title>
  <dc:subject>Animal cards and QA gate training</dc:subject>
  <dc:creator>Lucia Moretti</dc:creator>
  <cp:keywords>Osterquill; control validity; safety</cp:keywords>
  <dc:description>generated using python-pptx</dc:description>
  <cp:lastModifiedBy>Lucia Moretti</cp:lastModifiedBy>
  <cp:revision>7</cp:revision>
  <dcterms:created xsi:type="dcterms:W3CDTF">2022-06-14T10:23:00Z</dcterms:created>
  <dcterms:modified xsi:type="dcterms:W3CDTF">2022-06-14T15:41:00Z</dcterms:modified>
  <cp:category/>
</cp:coreProperties>
</file>