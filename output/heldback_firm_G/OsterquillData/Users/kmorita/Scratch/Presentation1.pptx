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Control validity: draft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Osterquill Toxicology Inc | KM | 09 Aug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Control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Vehicle control: acceptance criteria TODO</a:t>
            </a:r>
          </a:p>
          <a:p>
            <a:pPr lvl="1"/>
            <a:r>
              <a:rPr sz="1700">
                <a:latin typeface="Times New Roman"/>
              </a:rPr>
              <a:t>Check against the study plan before the next amendment</a:t>
            </a:r>
          </a:p>
          <a:p>
            <a:pPr/>
            <a:r>
              <a:rPr sz="2000">
                <a:latin typeface="Times New Roman"/>
              </a:rPr>
              <a:t>Positive control: TODO, confirm the reference compound and dose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Osterquill Toxicology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validity: draft</dc:title>
  <dc:subject>Working notes</dc:subject>
  <dc:creator>Kenji Morita</dc:creator>
  <cp:keywords>control validity; draft</cp:keywords>
  <dc:description>generated using python-pptx</dc:description>
  <cp:lastModifiedBy>Kenji Morita</cp:lastModifiedBy>
  <cp:revision>4</cp:revision>
  <dcterms:created xsi:type="dcterms:W3CDTF">2022-08-09T10:23:00Z</dcterms:created>
  <dcterms:modified xsi:type="dcterms:W3CDTF">2022-08-09T15:41:00Z</dcterms:modified>
  <cp:category/>
</cp:coreProperties>
</file>