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Kenji Morita should reconcile individual scoring and control-validity observations before the repeat is interpreted. HepG2 and TK6 responses are not interchangeable.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ST03: viability and micronucleus follow-up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OT-15-S0064 | Selverant Therapeutics Inc | 07/14/2015
Dr N. Takamori | Osterquill Toxicology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Repeat at lower exposure before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40 test articles in the HepG2 viability screen.</a:t>
            </a:r>
          </a:p>
          <a:p>
            <a:pPr/>
            <a:r>
              <a:rPr sz="2000">
                <a:latin typeface="Times New Roman"/>
              </a:rPr>
              <a:t>Selverant Therapeutics Inc requested a lower-exposure repeat before attributing the micronucleus signal to genotoxicity.</a:t>
            </a:r>
          </a:p>
          <a:p>
            <a:pPr/>
            <a:r>
              <a:rPr sz="2000">
                <a:latin typeface="Times New Roman"/>
              </a:rPr>
              <a:t>The supplied aggregate table does not demonstrate a consistent concentration-related micronucleus increase.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Investigation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OT-15-S0064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Selverant Therapeutics Inc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Compounds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Series / chemotype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Selverant aminoquinazoline series 03 (Aminoquinazoline)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Assays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 vitro cytotoxicity (HepG2), In vitro micronucleus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Turnaround (calendar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USD 42,300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Exposure context and control-validity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Started 06/04/2015; interim discussion 06/24/2015; completed 07/14/2015.</a:t>
            </a:r>
          </a:p>
          <a:p>
            <a:pPr/>
            <a:r>
              <a:rPr sz="2000">
                <a:latin typeface="Times New Roman"/>
              </a:rPr>
              <a:t>HepG2 ATP-content endpoints at 24 h and 48 h provide viability context, not TK6 exposure measurements.</a:t>
            </a:r>
          </a:p>
          <a:p>
            <a:pPr/>
            <a:r>
              <a:rPr sz="2000">
                <a:latin typeface="Times New Roman"/>
              </a:rPr>
              <a:t>TK6 exposures: 3 h with and without S9; 24 h without S9.</a:t>
            </a:r>
          </a:p>
          <a:p>
            <a:pPr/>
            <a:r>
              <a:rPr sz="2000">
                <a:latin typeface="Times New Roman"/>
              </a:rPr>
              <a:t>Positive-control values and formal acceptance determinations are absent from this summary; consult original observation sheets before regulatory use.</a:t>
            </a:r>
          </a:p>
          <a:p>
            <a:pPr/>
            <a:r>
              <a:rPr sz="2000">
                <a:latin typeface="Times New Roman"/>
              </a:rPr>
              <a:t>No live-animal procedures are described in this package.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HepG2 viability screen: 48 h IC50 (µM)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Representative test article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Mammalian-cell micronucleus assessment: exposure and RPD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Treatment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Conc (µg/mL)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% MN cells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RPD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+S9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+S9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+S9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+S9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 h -S9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Micronucleus frequencies by treatment 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Interpretation at the client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RPD declines at the highest concentration in the S9-activated short exposure, qualifying the exposure interpretation.</a:t>
            </a:r>
          </a:p>
          <a:p>
            <a:pPr/>
            <a:r>
              <a:rPr sz="2000">
                <a:latin typeface="Times New Roman"/>
              </a:rPr>
              <a:t>Micronucleus frequencies vary around corresponding vehicles without a consistent dose-related increase.</a:t>
            </a:r>
          </a:p>
          <a:p>
            <a:pPr/>
            <a:r>
              <a:rPr sz="2000">
                <a:latin typeface="Times New Roman"/>
              </a:rPr>
              <a:t>The investigation narrative associates the concern with cytotoxic exposure; these aggregate rows alone do not establish that association.</a:t>
            </a:r>
          </a:p>
          <a:p>
            <a:pPr/>
            <a:r>
              <a:rPr sz="2000">
                <a:latin typeface="Times New Roman"/>
              </a:rPr>
              <a:t>Do not infer a definitive genotoxicity conclusion from this subset.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Lower-exposure repeat: decision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Retain matched vehicle and positive controls under each exposure schedule.</a:t>
            </a:r>
          </a:p>
          <a:p>
            <a:pPr/>
            <a:r>
              <a:rPr sz="2000">
                <a:latin typeface="Times New Roman"/>
              </a:rPr>
              <a:t>Use closer concentration spacing below the cytotoxic region; report proliferation alongside micronucleus scoring.</a:t>
            </a:r>
          </a:p>
          <a:p>
            <a:pPr/>
            <a:r>
              <a:rPr sz="2000">
                <a:latin typeface="Times New Roman"/>
              </a:rPr>
              <a:t>Link test article identity, S9 status, exposure and scoring observations under OQ/2015/001043.</a:t>
            </a:r>
          </a:p>
          <a:p>
            <a:pPr/>
            <a:r>
              <a:rPr sz="2000">
                <a:latin typeface="Times New Roman"/>
              </a:rPr>
              <a:t>Dr N. Takamori will interpret the repeat with Kenji Morita; Lucia Moretti will review traceability and compliance scope.</a:t>
            </a:r>
          </a:p>
          <a:p>
            <a:pPr/>
            <a:r>
              <a:rPr sz="2000">
                <a:latin typeface="Times New Roman"/>
              </a:rPr>
              <a:t>The repeat is the next decision point, not an established resolution of the concern.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OT-15-S0064 ST03 micronucleus readout</dc:title>
  <dc:subject>OT-15-S0064 ST03 micronucleus readout</dc:subject>
  <dc:creator>Naomi Takamori</dc:creator>
  <cp:keywords>Osterquill; control validity; safety</cp:keywords>
  <dc:description>generated using python-pptx</dc:description>
  <cp:lastModifiedBy>Naomi Takamori</cp:lastModifiedBy>
  <cp:revision>8</cp:revision>
  <dcterms:created xsi:type="dcterms:W3CDTF">2015-07-14T10:23:00Z</dcterms:created>
  <dcterms:modified xsi:type="dcterms:W3CDTF">2015-07-14T15:41:00Z</dcterms:modified>
  <cp:category/>
</cp:coreProperties>
</file>